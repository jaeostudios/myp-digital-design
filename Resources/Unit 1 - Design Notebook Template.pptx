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5" r:id="rId22"/>
    <p:sldId id="286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modSld">
      <pc:chgData name="Michael Hill" userId="41dba03d-e58d-4389-9894-554c10310ba4" providerId="ADAL" clId="{EF23FE1D-A042-481E-AFD7-2A9FB0847F54}" dt="2026-08-27T18:10:59.482" v="421" actId="20577"/>
      <pc:docMkLst>
        <pc:docMk/>
      </pc:docMkLst>
      <pc:sldChg chg="modSp mod">
        <pc:chgData name="Michael Hill" userId="41dba03d-e58d-4389-9894-554c10310ba4" providerId="ADAL" clId="{EF23FE1D-A042-481E-AFD7-2A9FB0847F54}" dt="2026-08-27T15:56:06.576" v="0" actId="20577"/>
        <pc:sldMkLst>
          <pc:docMk/>
          <pc:sldMk cId="0" sldId="260"/>
        </pc:sldMkLst>
        <pc:spChg chg="mod">
          <ac:chgData name="Michael Hill" userId="41dba03d-e58d-4389-9894-554c10310ba4" providerId="ADAL" clId="{EF23FE1D-A042-481E-AFD7-2A9FB0847F54}" dt="2026-08-27T15:56:06.576" v="0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5:56:17.270" v="3" actId="20577"/>
        <pc:sldMkLst>
          <pc:docMk/>
          <pc:sldMk cId="0" sldId="261"/>
        </pc:sldMkLst>
        <pc:spChg chg="mod">
          <ac:chgData name="Michael Hill" userId="41dba03d-e58d-4389-9894-554c10310ba4" providerId="ADAL" clId="{EF23FE1D-A042-481E-AFD7-2A9FB0847F54}" dt="2026-08-27T15:56:17.270" v="3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5:56:43.913" v="6" actId="20577"/>
        <pc:sldMkLst>
          <pc:docMk/>
          <pc:sldMk cId="0" sldId="265"/>
        </pc:sldMkLst>
        <pc:spChg chg="mod">
          <ac:chgData name="Michael Hill" userId="41dba03d-e58d-4389-9894-554c10310ba4" providerId="ADAL" clId="{EF23FE1D-A042-481E-AFD7-2A9FB0847F54}" dt="2026-08-27T15:56:43.913" v="6" actId="20577"/>
          <ac:spMkLst>
            <pc:docMk/>
            <pc:sldMk cId="0" sldId="265"/>
            <ac:spMk id="3" creationId="{00000000-0000-0000-0000-000000000000}"/>
          </ac:spMkLst>
        </pc:spChg>
      </pc:sldChg>
      <pc:sldChg chg="delSp modSp mod">
        <pc:chgData name="Michael Hill" userId="41dba03d-e58d-4389-9894-554c10310ba4" providerId="ADAL" clId="{EF23FE1D-A042-481E-AFD7-2A9FB0847F54}" dt="2026-08-27T15:59:03.081" v="13"/>
        <pc:sldMkLst>
          <pc:docMk/>
          <pc:sldMk cId="0" sldId="269"/>
        </pc:sldMkLst>
        <pc:spChg chg="del mod">
          <ac:chgData name="Michael Hill" userId="41dba03d-e58d-4389-9894-554c10310ba4" providerId="ADAL" clId="{EF23FE1D-A042-481E-AFD7-2A9FB0847F54}" dt="2026-08-27T15:59:03.081" v="13"/>
          <ac:spMkLst>
            <pc:docMk/>
            <pc:sldMk cId="0" sldId="269"/>
            <ac:spMk id="4" creationId="{00000000-0000-0000-0000-000000000000}"/>
          </ac:spMkLst>
        </pc:spChg>
      </pc:sldChg>
      <pc:sldChg chg="delSp modSp mod">
        <pc:chgData name="Michael Hill" userId="41dba03d-e58d-4389-9894-554c10310ba4" providerId="ADAL" clId="{EF23FE1D-A042-481E-AFD7-2A9FB0847F54}" dt="2026-08-27T15:59:00.497" v="10"/>
        <pc:sldMkLst>
          <pc:docMk/>
          <pc:sldMk cId="0" sldId="270"/>
        </pc:sldMkLst>
        <pc:spChg chg="del mod">
          <ac:chgData name="Michael Hill" userId="41dba03d-e58d-4389-9894-554c10310ba4" providerId="ADAL" clId="{EF23FE1D-A042-481E-AFD7-2A9FB0847F54}" dt="2026-08-27T15:59:00.497" v="10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08:04.652" v="173" actId="20577"/>
        <pc:sldMkLst>
          <pc:docMk/>
          <pc:sldMk cId="0" sldId="275"/>
        </pc:sldMkLst>
        <pc:spChg chg="mod">
          <ac:chgData name="Michael Hill" userId="41dba03d-e58d-4389-9894-554c10310ba4" providerId="ADAL" clId="{EF23FE1D-A042-481E-AFD7-2A9FB0847F54}" dt="2026-08-27T18:08:04.652" v="173" actId="20577"/>
          <ac:spMkLst>
            <pc:docMk/>
            <pc:sldMk cId="0" sldId="275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08:15.548" v="203" actId="20577"/>
        <pc:sldMkLst>
          <pc:docMk/>
          <pc:sldMk cId="0" sldId="276"/>
        </pc:sldMkLst>
        <pc:spChg chg="mod">
          <ac:chgData name="Michael Hill" userId="41dba03d-e58d-4389-9894-554c10310ba4" providerId="ADAL" clId="{EF23FE1D-A042-481E-AFD7-2A9FB0847F54}" dt="2026-08-27T18:08:15.548" v="203" actId="20577"/>
          <ac:spMkLst>
            <pc:docMk/>
            <pc:sldMk cId="0" sldId="276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08:49.531" v="303" actId="6549"/>
        <pc:sldMkLst>
          <pc:docMk/>
          <pc:sldMk cId="0" sldId="277"/>
        </pc:sldMkLst>
        <pc:spChg chg="mod">
          <ac:chgData name="Michael Hill" userId="41dba03d-e58d-4389-9894-554c10310ba4" providerId="ADAL" clId="{EF23FE1D-A042-481E-AFD7-2A9FB0847F54}" dt="2026-08-27T18:08:49.531" v="303" actId="6549"/>
          <ac:spMkLst>
            <pc:docMk/>
            <pc:sldMk cId="0" sldId="277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09:29.909" v="343" actId="20577"/>
        <pc:sldMkLst>
          <pc:docMk/>
          <pc:sldMk cId="0" sldId="279"/>
        </pc:sldMkLst>
        <pc:spChg chg="mod">
          <ac:chgData name="Michael Hill" userId="41dba03d-e58d-4389-9894-554c10310ba4" providerId="ADAL" clId="{EF23FE1D-A042-481E-AFD7-2A9FB0847F54}" dt="2026-08-27T18:09:29.909" v="343" actId="20577"/>
          <ac:spMkLst>
            <pc:docMk/>
            <pc:sldMk cId="0" sldId="279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09:55.082" v="387" actId="20577"/>
        <pc:sldMkLst>
          <pc:docMk/>
          <pc:sldMk cId="0" sldId="280"/>
        </pc:sldMkLst>
        <pc:spChg chg="mod">
          <ac:chgData name="Michael Hill" userId="41dba03d-e58d-4389-9894-554c10310ba4" providerId="ADAL" clId="{EF23FE1D-A042-481E-AFD7-2A9FB0847F54}" dt="2026-08-27T18:09:55.082" v="387" actId="20577"/>
          <ac:spMkLst>
            <pc:docMk/>
            <pc:sldMk cId="0" sldId="280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10:21.715" v="401" actId="20577"/>
        <pc:sldMkLst>
          <pc:docMk/>
          <pc:sldMk cId="0" sldId="281"/>
        </pc:sldMkLst>
        <pc:spChg chg="mod">
          <ac:chgData name="Michael Hill" userId="41dba03d-e58d-4389-9894-554c10310ba4" providerId="ADAL" clId="{EF23FE1D-A042-481E-AFD7-2A9FB0847F54}" dt="2026-08-27T18:10:21.715" v="401" actId="20577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10:52.576" v="418" actId="20577"/>
        <pc:sldMkLst>
          <pc:docMk/>
          <pc:sldMk cId="0" sldId="282"/>
        </pc:sldMkLst>
        <pc:spChg chg="mod">
          <ac:chgData name="Michael Hill" userId="41dba03d-e58d-4389-9894-554c10310ba4" providerId="ADAL" clId="{EF23FE1D-A042-481E-AFD7-2A9FB0847F54}" dt="2026-08-27T18:10:52.576" v="418" actId="20577"/>
          <ac:spMkLst>
            <pc:docMk/>
            <pc:sldMk cId="0" sldId="282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10:59.482" v="421" actId="20577"/>
        <pc:sldMkLst>
          <pc:docMk/>
          <pc:sldMk cId="0" sldId="283"/>
        </pc:sldMkLst>
        <pc:spChg chg="mod">
          <ac:chgData name="Michael Hill" userId="41dba03d-e58d-4389-9894-554c10310ba4" providerId="ADAL" clId="{EF23FE1D-A042-481E-AFD7-2A9FB0847F54}" dt="2026-08-27T18:10:59.482" v="421" actId="20577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5:59:24.862" v="35" actId="20577"/>
        <pc:sldMkLst>
          <pc:docMk/>
          <pc:sldMk cId="0" sldId="285"/>
        </pc:sldMkLst>
        <pc:spChg chg="mod">
          <ac:chgData name="Michael Hill" userId="41dba03d-e58d-4389-9894-554c10310ba4" providerId="ADAL" clId="{EF23FE1D-A042-481E-AFD7-2A9FB0847F54}" dt="2026-08-27T15:59:24.862" v="35" actId="20577"/>
          <ac:spMkLst>
            <pc:docMk/>
            <pc:sldMk cId="0" sldId="285"/>
            <ac:spMk id="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08-27T18:06:36.358" v="157" actId="20577"/>
        <pc:sldMkLst>
          <pc:docMk/>
          <pc:sldMk cId="0" sldId="286"/>
        </pc:sldMkLst>
        <pc:spChg chg="mod">
          <ac:chgData name="Michael Hill" userId="41dba03d-e58d-4389-9894-554c10310ba4" providerId="ADAL" clId="{EF23FE1D-A042-481E-AFD7-2A9FB0847F54}" dt="2026-08-27T18:06:36.358" v="157" actId="20577"/>
          <ac:spMkLst>
            <pc:docMk/>
            <pc:sldMk cId="0" sldId="28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DESIGN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MYP Digital Design  ·  Unit 1: Games of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Fill the top part in on day 7. Keep the slide titles as they are.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Add extra slides if you need them, but do not delete 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95144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Name: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Concept: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Form: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Claimed on:</a:t>
            </a:r>
          </a:p>
          <a:p>
            <a:pPr algn="l">
              <a:spcAft>
                <a:spcPts val="1200"/>
              </a:spcAft>
            </a:pPr>
            <a:endParaRPr sz="150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Why this concept needs this form:</a:t>
            </a:r>
          </a:p>
          <a:p>
            <a:pPr algn="l">
              <a:spcAft>
                <a:spcPts val="1200"/>
              </a:spcAft>
            </a:pPr>
            <a:endParaRPr sz="150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ENTRY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Add a row whenever you put something new in. Date it.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Last column: anything you had to be shown how to do. Being honest there does not cost you marks.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36776"/>
          <a:ext cx="11064240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139342133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SLIDE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 I ADDED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THE DESIGN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A, STRAND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What is the problem, who has it, and why is it worth fixing?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Your own words. Do not copy the 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A, STRAND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What did you need to find out, and in what order of importance?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Primary is anything you went and got yourself - the client cards, playing a game and timing it.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Secondary is anything someone else already wrote down - rulebooks, reviews, videos.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Say why the top one is the top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THE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REFERENCE - DO NOT EDIT THIS SLIDE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239936"/>
              </p:ext>
            </p:extLst>
          </p:nvPr>
        </p:nvGraphicFramePr>
        <p:xfrm>
          <a:off x="548640" y="1399031"/>
          <a:ext cx="11064239" cy="24871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CONSTRAINT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Teachable in 3 minutes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If it takes longer to explain than to play, it fails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000000"/>
                          </a:solidFill>
                          <a:latin typeface="Arial"/>
                        </a:rPr>
                        <a:t>Playable in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~</a:t>
                      </a:r>
                      <a:r>
                        <a:rPr sz="1200" dirty="0">
                          <a:solidFill>
                            <a:srgbClr val="000000"/>
                          </a:solidFill>
                          <a:latin typeface="Arial"/>
                        </a:rPr>
                        <a:t>10 minutes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It has to fit the dead fifteen minutes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Rules fit on one page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One side of A4, including diagrams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54 components maximum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Cards, tiles and tokens together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2 to 4 players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Any more cannot be tested at the fair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Concept is load-bearing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Shouldn’t be easy to reskin and have it make sense</a:t>
                      </a:r>
                      <a:endParaRPr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Digital artifact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000000"/>
                          </a:solidFill>
                          <a:latin typeface="Arial"/>
                        </a:rPr>
                        <a:t>Print-and-play PDF, or a browser build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CLIENT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A, STRAND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Photo of the client cards goes here.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Add the date you collected them and how many people answered.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WHAT THE DATA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Three things. Use the numbers.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"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X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 of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X 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said 10 to 20 minutes" is useful. "People want short games" is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GAME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A, STRAND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Which game, and a photo of it.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How long to teach. How long to play. Where the real decision is.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Then the important one: what does it do that yours will have to do?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GAME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A, STRAND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A different sort of game to the first one. Same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GAME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A, STRAND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Photo of your day 2 dissection sheet.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Add a line about what you would answer differently 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MAIN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Most important first, and say why it is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DESIGN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A, STRAND iv  ·  WRITTEN DAY 8  ·  ASSESSED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80 to 120 words.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What you are making, who for, what it has to do, and what your research says about that.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B, STRAND i  ·  WRITTEN DAY 9  ·  ASSESSED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Numbered list. Every point has to be testable at the fair.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One of them must be that the concept is load-bearing.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IDEA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B, STRAND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Sketch it and label the sketch.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Then what is good about it, and what is wrong with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IDEA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B, STRAND ii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IDEA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B, STRAND ii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CHOSEN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B, STRAND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Which one, and why, against the specification point by point.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Say what you are keeping from the ideas you dropped.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COMPONENT LAYOUTS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B, STRAND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Card fronts and backs, sizes in mm.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Count your components on this slide. The limit is 54.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BOARD MOCKUP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B, STRAND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Full size. Show where players sit and what each of them can see.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ICONS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B, STRAND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Every symbol you use, drawn once, with what it means.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If the cards need words on them, the icons are not finished.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B, STRAND iv  ·  DAY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Everything you need to build this, listed so somebody else could go and fetch it for you.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Quantities matter. "Card" is not a requirement. "40 blank playing cards" is.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Software counts. So does anything you are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using from me.</a:t>
            </a:r>
            <a:endParaRPr sz="1300" i="1" dirty="0">
              <a:solidFill>
                <a:srgbClr val="808080"/>
              </a:solidFill>
              <a:latin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606039"/>
          <a:ext cx="11064240" cy="28712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HOW MANY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WHERE IT COMES FROM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PRODUCTION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C, STRAND i  ·  DAY 11  ·  WRITTEN BEFORE YOU BUILD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The steps in order, minutes against each one, and what that step needs.</a:t>
            </a:r>
          </a:p>
          <a:p>
            <a:pPr algn="l">
              <a:spcAft>
                <a:spcPts val="400"/>
              </a:spcAft>
            </a:pPr>
            <a:r>
              <a:rPr lang="en-US" sz="1300" i="1" dirty="0">
                <a:solidFill>
                  <a:srgbClr val="808080"/>
                </a:solidFill>
                <a:latin typeface="Arial"/>
              </a:rPr>
              <a:t>It doesn’t need to look tidy, but it does need to be easy to follow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If it changes while you are building,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that’s 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fine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, just note it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 on the changes log.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606039"/>
          <a:ext cx="11064240" cy="32369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MINS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 IT NEEDS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PAPER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C  ·  DAY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Photo of the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paper prototype.</a:t>
            </a:r>
            <a:endParaRPr sz="1300" i="1" dirty="0">
              <a:solidFill>
                <a:srgbClr val="80808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000000"/>
                </a:solidFill>
                <a:latin typeface="Arial"/>
              </a:rPr>
              <a:t>PLAYTEST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C  ·  DAY 12  ·  NOT ASSESSED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You do not talk. You take notes.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Write down what they said,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not what you think they meant.</a:t>
            </a:r>
            <a:endParaRPr sz="1300" i="1" dirty="0">
              <a:solidFill>
                <a:srgbClr val="808080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Teach time, play time, and every question they had to ask you.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CHANGES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C, STRAND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Every change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to the design and to the plan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 go here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. This is how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we know that you used the design cycle to iterate and make changes.</a:t>
            </a:r>
            <a:endParaRPr sz="1300" i="1" dirty="0">
              <a:solidFill>
                <a:srgbClr val="808080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Fill it in the day it happens.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84248"/>
          <a:ext cx="11064240" cy="28712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 I CHANGED (DESIGN OR PLAN)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WHY, AND WHY IT WAS THE RIGHT CALL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000000"/>
                </a:solidFill>
                <a:latin typeface="Arial"/>
              </a:rPr>
              <a:t>DIGITAL ART</a:t>
            </a:r>
            <a:r>
              <a:rPr lang="en-US" sz="2600" b="1" dirty="0">
                <a:solidFill>
                  <a:srgbClr val="000000"/>
                </a:solidFill>
                <a:latin typeface="Arial"/>
              </a:rPr>
              <a:t>I</a:t>
            </a:r>
            <a:r>
              <a:rPr sz="2600" b="1" dirty="0">
                <a:solidFill>
                  <a:srgbClr val="000000"/>
                </a:solidFill>
                <a:latin typeface="Arial"/>
              </a:rPr>
              <a:t>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C, STRANDS ii AND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Link, plus screenshots.</a:t>
            </a:r>
          </a:p>
          <a:p>
            <a:pPr algn="l">
              <a:spcAft>
                <a:spcPts val="400"/>
              </a:spcAft>
            </a:pPr>
            <a:r>
              <a:rPr sz="1300" i="1">
                <a:solidFill>
                  <a:srgbClr val="808080"/>
                </a:solidFill>
                <a:latin typeface="Arial"/>
              </a:rPr>
              <a:t>Someone should be able to open it, print it and play without asking you anything.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MY 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D, STRAND i  ·  WRITTEN DAY 14, BEFORE THE PLAYTEST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You design the tests, not me. That is what this strand is actually asking for.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One row per test: which numbered specification line it checks, what you will measure, and how.</a:t>
            </a:r>
          </a:p>
          <a:p>
            <a:pPr algn="l">
              <a:spcAft>
                <a:spcPts val="400"/>
              </a:spcAft>
            </a:pPr>
            <a:r>
              <a:rPr lang="en-US" sz="1300" i="1" dirty="0">
                <a:solidFill>
                  <a:srgbClr val="808080"/>
                </a:solidFill>
                <a:latin typeface="Arial"/>
              </a:rPr>
              <a:t>Good: 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timing a real game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. Bad: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 Asking a friend if they liked it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.</a:t>
            </a:r>
            <a:endParaRPr sz="1300" i="1" dirty="0">
              <a:solidFill>
                <a:srgbClr val="808080"/>
              </a:solidFill>
              <a:latin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606040"/>
          <a:ext cx="11064240" cy="25054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SPEC #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 I WILL MEASURE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HOW I WILL MEASURE IT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000000"/>
                </a:solidFill>
                <a:latin typeface="Arial"/>
              </a:rPr>
              <a:t>PLAYTEST</a:t>
            </a:r>
            <a:r>
              <a:rPr sz="2600" b="1" dirty="0">
                <a:solidFill>
                  <a:srgbClr val="000000"/>
                </a:solidFill>
                <a:latin typeface="Arial"/>
              </a:rPr>
              <a:t> 2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D, STRAND i  · 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Fill this in during the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playtesting, 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not afterwards from memory.</a:t>
            </a:r>
          </a:p>
          <a:p>
            <a:pPr algn="l">
              <a:spcAft>
                <a:spcPts val="400"/>
              </a:spcAft>
            </a:pPr>
            <a:r>
              <a:rPr lang="en-US" sz="1300" i="1" dirty="0">
                <a:solidFill>
                  <a:srgbClr val="808080"/>
                </a:solidFill>
                <a:latin typeface="Arial"/>
              </a:rPr>
              <a:t>Criterion D comes from this table.</a:t>
            </a:r>
            <a:endParaRPr sz="1300" i="1" dirty="0">
              <a:solidFill>
                <a:srgbClr val="808080"/>
              </a:solidFill>
              <a:latin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95144"/>
          <a:ext cx="11064240" cy="28712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TESTER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TEACH (MIN)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PLAY (MIN)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WHO WON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ONE COMMENT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808080"/>
                </a:solidFill>
                <a:latin typeface="Arial"/>
              </a:rPr>
              <a:t>CRITERION D, STRAND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One row per numbered specification line, in order. Do not skip the ones you failed.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The last column is where the marks are. "Not met" with a number and a reason 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is better than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 "met" with nothing.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95144"/>
          <a:ext cx="11064240" cy="28712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SPEC #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THE CRITERION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 I MEASURED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MET?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 I MAKE OF IT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IMPACT ON THE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D, STRAND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Did it fill the fifteen minutes for the people</a:t>
            </a:r>
            <a:r>
              <a:rPr lang="en-US" sz="1300" i="1" dirty="0">
                <a:solidFill>
                  <a:srgbClr val="808080"/>
                </a:solidFill>
                <a:latin typeface="Arial"/>
              </a:rPr>
              <a:t> in your testing</a:t>
            </a:r>
            <a:r>
              <a:rPr sz="1300" i="1" dirty="0">
                <a:solidFill>
                  <a:srgbClr val="808080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Data first, then a paragraph.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0">
                <a:solidFill>
                  <a:srgbClr val="808080"/>
                </a:solidFill>
                <a:latin typeface="Arial"/>
              </a:rPr>
              <a:t>CRITERION D, STRAND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1"/>
            <a:ext cx="1106424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What you would change next, and what in the data says.</a:t>
            </a:r>
          </a:p>
          <a:p>
            <a:pPr algn="l">
              <a:spcAft>
                <a:spcPts val="400"/>
              </a:spcAft>
            </a:pPr>
            <a:r>
              <a:rPr sz="1300" i="1" dirty="0">
                <a:solidFill>
                  <a:srgbClr val="808080"/>
                </a:solidFill>
                <a:latin typeface="Arial"/>
              </a:rPr>
              <a:t>Specific enough that someone else could make the change without asking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2803</TotalTime>
  <Words>1243</Words>
  <Application>Microsoft Office PowerPoint</Application>
  <PresentationFormat>Widescreen</PresentationFormat>
  <Paragraphs>166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Michael Hill</dc:creator>
  <cp:keywords/>
  <dc:description>generated using python-pptx</dc:description>
  <cp:lastModifiedBy>Michael Hill</cp:lastModifiedBy>
  <cp:revision>3</cp:revision>
  <dcterms:created xsi:type="dcterms:W3CDTF">2013-01-27T09:14:16Z</dcterms:created>
  <dcterms:modified xsi:type="dcterms:W3CDTF">2026-08-27T18:11:09Z</dcterms:modified>
  <cp:category/>
</cp:coreProperties>
</file>