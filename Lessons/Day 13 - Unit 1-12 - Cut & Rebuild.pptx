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13E9E-0C1E-4AA2-A922-E3454248E59D}" v="5" dt="2026-08-14T19:56:59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8-14T20:37:08.209" v="8458" actId="20577"/>
      <pc:docMkLst>
        <pc:docMk/>
      </pc:docMkLst>
      <pc:sldChg chg="modSp mod">
        <pc:chgData name="Michael Hill" userId="41dba03d-e58d-4389-9894-554c10310ba4" providerId="ADAL" clId="{EF23FE1D-A042-481E-AFD7-2A9FB0847F54}" dt="2026-08-14T20:03:39.523" v="8259" actId="1076"/>
        <pc:sldMkLst>
          <pc:docMk/>
          <pc:sldMk cId="3346394562" sldId="256"/>
        </pc:sldMkLst>
        <pc:spChg chg="mod">
          <ac:chgData name="Michael Hill" userId="41dba03d-e58d-4389-9894-554c10310ba4" providerId="ADAL" clId="{EF23FE1D-A042-481E-AFD7-2A9FB0847F54}" dt="2026-08-14T19:04:32.650" v="20" actId="14100"/>
          <ac:spMkLst>
            <pc:docMk/>
            <pc:sldMk cId="3346394562" sldId="256"/>
            <ac:spMk id="12" creationId="{019215A8-6C2C-22D9-03C2-41E38104D972}"/>
          </ac:spMkLst>
        </pc:spChg>
        <pc:spChg chg="mod">
          <ac:chgData name="Michael Hill" userId="41dba03d-e58d-4389-9894-554c10310ba4" providerId="ADAL" clId="{EF23FE1D-A042-481E-AFD7-2A9FB0847F54}" dt="2026-08-14T20:03:23.339" v="8241" actId="20577"/>
          <ac:spMkLst>
            <pc:docMk/>
            <pc:sldMk cId="3346394562" sldId="256"/>
            <ac:spMk id="15" creationId="{3B5E4966-129D-0E9B-593A-7270EC6C0EA0}"/>
          </ac:spMkLst>
        </pc:spChg>
        <pc:spChg chg="mod">
          <ac:chgData name="Michael Hill" userId="41dba03d-e58d-4389-9894-554c10310ba4" providerId="ADAL" clId="{EF23FE1D-A042-481E-AFD7-2A9FB0847F54}" dt="2026-08-14T19:05:14.445" v="146" actId="20577"/>
          <ac:spMkLst>
            <pc:docMk/>
            <pc:sldMk cId="3346394562" sldId="256"/>
            <ac:spMk id="16" creationId="{17204734-3FD9-9A03-0700-AC2D2E083E4F}"/>
          </ac:spMkLst>
        </pc:spChg>
        <pc:spChg chg="mod">
          <ac:chgData name="Michael Hill" userId="41dba03d-e58d-4389-9894-554c10310ba4" providerId="ADAL" clId="{EF23FE1D-A042-481E-AFD7-2A9FB0847F54}" dt="2026-08-14T20:03:37.213" v="8258" actId="14100"/>
          <ac:spMkLst>
            <pc:docMk/>
            <pc:sldMk cId="3346394562" sldId="256"/>
            <ac:spMk id="25" creationId="{76BB1E97-9746-97B6-FA11-641333A2EC2E}"/>
          </ac:spMkLst>
        </pc:spChg>
        <pc:cxnChg chg="mod">
          <ac:chgData name="Michael Hill" userId="41dba03d-e58d-4389-9894-554c10310ba4" providerId="ADAL" clId="{EF23FE1D-A042-481E-AFD7-2A9FB0847F54}" dt="2026-08-14T20:03:39.523" v="8259" actId="1076"/>
          <ac:cxnSpMkLst>
            <pc:docMk/>
            <pc:sldMk cId="3346394562" sldId="256"/>
            <ac:cxnSpMk id="32" creationId="{184BFF6B-CD7D-43AB-C049-4D6FC7CD133B}"/>
          </ac:cxnSpMkLst>
        </pc:cxnChg>
      </pc:sldChg>
      <pc:sldChg chg="del">
        <pc:chgData name="Michael Hill" userId="41dba03d-e58d-4389-9894-554c10310ba4" providerId="ADAL" clId="{EF23FE1D-A042-481E-AFD7-2A9FB0847F54}" dt="2026-08-14T19:05:27.040" v="147" actId="47"/>
        <pc:sldMkLst>
          <pc:docMk/>
          <pc:sldMk cId="715987682" sldId="257"/>
        </pc:sldMkLst>
      </pc:sldChg>
      <pc:sldChg chg="modSp mod">
        <pc:chgData name="Michael Hill" userId="41dba03d-e58d-4389-9894-554c10310ba4" providerId="ADAL" clId="{EF23FE1D-A042-481E-AFD7-2A9FB0847F54}" dt="2026-08-14T19:05:58.241" v="342" actId="20577"/>
        <pc:sldMkLst>
          <pc:docMk/>
          <pc:sldMk cId="2259809939" sldId="277"/>
        </pc:sldMkLst>
        <pc:spChg chg="mod">
          <ac:chgData name="Michael Hill" userId="41dba03d-e58d-4389-9894-554c10310ba4" providerId="ADAL" clId="{EF23FE1D-A042-481E-AFD7-2A9FB0847F54}" dt="2026-08-14T19:05:58.241" v="342" actId="20577"/>
          <ac:spMkLst>
            <pc:docMk/>
            <pc:sldMk cId="2259809939" sldId="277"/>
            <ac:spMk id="16" creationId="{C55A0244-1BC8-8E42-6B7D-82C4CF2062A7}"/>
          </ac:spMkLst>
        </pc:spChg>
      </pc:sldChg>
      <pc:sldChg chg="addSp delSp modSp mod">
        <pc:chgData name="Michael Hill" userId="41dba03d-e58d-4389-9894-554c10310ba4" providerId="ADAL" clId="{EF23FE1D-A042-481E-AFD7-2A9FB0847F54}" dt="2026-08-14T19:09:09.922" v="884" actId="21"/>
        <pc:sldMkLst>
          <pc:docMk/>
          <pc:sldMk cId="47545580" sldId="279"/>
        </pc:sldMkLst>
        <pc:spChg chg="mod">
          <ac:chgData name="Michael Hill" userId="41dba03d-e58d-4389-9894-554c10310ba4" providerId="ADAL" clId="{EF23FE1D-A042-481E-AFD7-2A9FB0847F54}" dt="2026-08-14T19:06:14.334" v="362" actId="14100"/>
          <ac:spMkLst>
            <pc:docMk/>
            <pc:sldMk cId="47545580" sldId="279"/>
            <ac:spMk id="12" creationId="{755EE5B0-0EE8-926D-8BD8-C4AFB23699BC}"/>
          </ac:spMkLst>
        </pc:spChg>
        <pc:spChg chg="mod">
          <ac:chgData name="Michael Hill" userId="41dba03d-e58d-4389-9894-554c10310ba4" providerId="ADAL" clId="{EF23FE1D-A042-481E-AFD7-2A9FB0847F54}" dt="2026-08-14T19:06:22.930" v="363" actId="1076"/>
          <ac:spMkLst>
            <pc:docMk/>
            <pc:sldMk cId="47545580" sldId="279"/>
            <ac:spMk id="14" creationId="{7E70646F-FDDA-AFD7-87CA-AA2B2EE79AF9}"/>
          </ac:spMkLst>
        </pc:spChg>
        <pc:spChg chg="mod">
          <ac:chgData name="Michael Hill" userId="41dba03d-e58d-4389-9894-554c10310ba4" providerId="ADAL" clId="{EF23FE1D-A042-481E-AFD7-2A9FB0847F54}" dt="2026-08-14T19:08:21.246" v="880" actId="20577"/>
          <ac:spMkLst>
            <pc:docMk/>
            <pc:sldMk cId="47545580" sldId="279"/>
            <ac:spMk id="16" creationId="{4E1C4EE9-697D-2D83-7DCE-AAEE96BDDB97}"/>
          </ac:spMkLst>
        </pc:spChg>
        <pc:picChg chg="add del mod">
          <ac:chgData name="Michael Hill" userId="41dba03d-e58d-4389-9894-554c10310ba4" providerId="ADAL" clId="{EF23FE1D-A042-481E-AFD7-2A9FB0847F54}" dt="2026-08-14T19:09:09.922" v="884" actId="21"/>
          <ac:picMkLst>
            <pc:docMk/>
            <pc:sldMk cId="47545580" sldId="279"/>
            <ac:picMk id="2" creationId="{603E1A50-9FD1-D7ED-8A20-756CAB4A57AF}"/>
          </ac:picMkLst>
        </pc:picChg>
        <pc:picChg chg="del">
          <ac:chgData name="Michael Hill" userId="41dba03d-e58d-4389-9894-554c10310ba4" providerId="ADAL" clId="{EF23FE1D-A042-481E-AFD7-2A9FB0847F54}" dt="2026-08-14T19:06:36.889" v="364" actId="478"/>
          <ac:picMkLst>
            <pc:docMk/>
            <pc:sldMk cId="47545580" sldId="279"/>
            <ac:picMk id="4" creationId="{DDC76E07-4387-18A5-F349-721D13A299F0}"/>
          </ac:picMkLst>
        </pc:picChg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172067810" sldId="280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3407044126" sldId="281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259096593" sldId="282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110035184" sldId="283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267135835" sldId="284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544795102" sldId="285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353094402" sldId="286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069072346" sldId="287"/>
        </pc:sldMkLst>
      </pc:sldChg>
      <pc:sldChg chg="del">
        <pc:chgData name="Michael Hill" userId="41dba03d-e58d-4389-9894-554c10310ba4" providerId="ADAL" clId="{EF23FE1D-A042-481E-AFD7-2A9FB0847F54}" dt="2026-08-14T19:47:22.408" v="4958" actId="47"/>
        <pc:sldMkLst>
          <pc:docMk/>
          <pc:sldMk cId="648029907" sldId="288"/>
        </pc:sldMkLst>
      </pc:sldChg>
      <pc:sldChg chg="modSp mod">
        <pc:chgData name="Michael Hill" userId="41dba03d-e58d-4389-9894-554c10310ba4" providerId="ADAL" clId="{EF23FE1D-A042-481E-AFD7-2A9FB0847F54}" dt="2026-08-14T20:02:58.907" v="8239" actId="5793"/>
        <pc:sldMkLst>
          <pc:docMk/>
          <pc:sldMk cId="1561374385" sldId="289"/>
        </pc:sldMkLst>
        <pc:spChg chg="mod">
          <ac:chgData name="Michael Hill" userId="41dba03d-e58d-4389-9894-554c10310ba4" providerId="ADAL" clId="{EF23FE1D-A042-481E-AFD7-2A9FB0847F54}" dt="2026-08-14T20:02:58.907" v="8239" actId="5793"/>
          <ac:spMkLst>
            <pc:docMk/>
            <pc:sldMk cId="1561374385" sldId="289"/>
            <ac:spMk id="16" creationId="{CC4F697E-CC3A-4D1B-EEB8-3FE175CEC83D}"/>
          </ac:spMkLst>
        </pc:spChg>
      </pc:sldChg>
      <pc:sldChg chg="addSp modSp add mod">
        <pc:chgData name="Michael Hill" userId="41dba03d-e58d-4389-9894-554c10310ba4" providerId="ADAL" clId="{EF23FE1D-A042-481E-AFD7-2A9FB0847F54}" dt="2026-08-14T19:09:38.399" v="1063" actId="20577"/>
        <pc:sldMkLst>
          <pc:docMk/>
          <pc:sldMk cId="2842161029" sldId="290"/>
        </pc:sldMkLst>
        <pc:spChg chg="mod">
          <ac:chgData name="Michael Hill" userId="41dba03d-e58d-4389-9894-554c10310ba4" providerId="ADAL" clId="{EF23FE1D-A042-481E-AFD7-2A9FB0847F54}" dt="2026-08-14T19:09:38.399" v="1063" actId="20577"/>
          <ac:spMkLst>
            <pc:docMk/>
            <pc:sldMk cId="2842161029" sldId="290"/>
            <ac:spMk id="16" creationId="{DDE1E60B-AA16-D4F0-03C3-4341864D8FA0}"/>
          </ac:spMkLst>
        </pc:spChg>
        <pc:picChg chg="add mod">
          <ac:chgData name="Michael Hill" userId="41dba03d-e58d-4389-9894-554c10310ba4" providerId="ADAL" clId="{EF23FE1D-A042-481E-AFD7-2A9FB0847F54}" dt="2026-08-14T19:09:14.923" v="888" actId="1076"/>
          <ac:picMkLst>
            <pc:docMk/>
            <pc:sldMk cId="2842161029" sldId="290"/>
            <ac:picMk id="4" creationId="{160F01D8-6E8A-19AA-232E-83E64390BAC9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4T19:26:13.368" v="3250" actId="20577"/>
        <pc:sldMkLst>
          <pc:docMk/>
          <pc:sldMk cId="2083805012" sldId="291"/>
        </pc:sldMkLst>
        <pc:spChg chg="mod">
          <ac:chgData name="Michael Hill" userId="41dba03d-e58d-4389-9894-554c10310ba4" providerId="ADAL" clId="{EF23FE1D-A042-481E-AFD7-2A9FB0847F54}" dt="2026-08-14T19:09:51.931" v="1079" actId="14100"/>
          <ac:spMkLst>
            <pc:docMk/>
            <pc:sldMk cId="2083805012" sldId="291"/>
            <ac:spMk id="12" creationId="{BD9A6632-69E5-184F-8128-055B31A220C4}"/>
          </ac:spMkLst>
        </pc:spChg>
        <pc:spChg chg="mod">
          <ac:chgData name="Michael Hill" userId="41dba03d-e58d-4389-9894-554c10310ba4" providerId="ADAL" clId="{EF23FE1D-A042-481E-AFD7-2A9FB0847F54}" dt="2026-08-14T19:09:54.872" v="1080" actId="1076"/>
          <ac:spMkLst>
            <pc:docMk/>
            <pc:sldMk cId="2083805012" sldId="291"/>
            <ac:spMk id="14" creationId="{559C2527-AA75-DC6C-3DE0-58C7D385A4B6}"/>
          </ac:spMkLst>
        </pc:spChg>
        <pc:spChg chg="mod">
          <ac:chgData name="Michael Hill" userId="41dba03d-e58d-4389-9894-554c10310ba4" providerId="ADAL" clId="{EF23FE1D-A042-481E-AFD7-2A9FB0847F54}" dt="2026-08-14T19:26:13.368" v="3250" actId="20577"/>
          <ac:spMkLst>
            <pc:docMk/>
            <pc:sldMk cId="2083805012" sldId="291"/>
            <ac:spMk id="16" creationId="{635DBAE5-3EC0-E2CB-86CD-D349003647B3}"/>
          </ac:spMkLst>
        </pc:spChg>
        <pc:graphicFrameChg chg="add mod modGraphic">
          <ac:chgData name="Michael Hill" userId="41dba03d-e58d-4389-9894-554c10310ba4" providerId="ADAL" clId="{EF23FE1D-A042-481E-AFD7-2A9FB0847F54}" dt="2026-08-14T19:11:29.947" v="1278" actId="20577"/>
          <ac:graphicFrameMkLst>
            <pc:docMk/>
            <pc:sldMk cId="2083805012" sldId="291"/>
            <ac:graphicFrameMk id="2" creationId="{4A515768-612F-D746-DFF9-0127CFFA1400}"/>
          </ac:graphicFrameMkLst>
        </pc:graphicFrameChg>
        <pc:picChg chg="del">
          <ac:chgData name="Michael Hill" userId="41dba03d-e58d-4389-9894-554c10310ba4" providerId="ADAL" clId="{EF23FE1D-A042-481E-AFD7-2A9FB0847F54}" dt="2026-08-14T19:09:55.883" v="1081" actId="478"/>
          <ac:picMkLst>
            <pc:docMk/>
            <pc:sldMk cId="2083805012" sldId="291"/>
            <ac:picMk id="4" creationId="{05B53A5D-CD49-BF68-268B-25B17F62BE15}"/>
          </ac:picMkLst>
        </pc:picChg>
      </pc:sldChg>
      <pc:sldChg chg="modSp add mod ord">
        <pc:chgData name="Michael Hill" userId="41dba03d-e58d-4389-9894-554c10310ba4" providerId="ADAL" clId="{EF23FE1D-A042-481E-AFD7-2A9FB0847F54}" dt="2026-08-14T19:25:56.879" v="3223" actId="14100"/>
        <pc:sldMkLst>
          <pc:docMk/>
          <pc:sldMk cId="1122610140" sldId="292"/>
        </pc:sldMkLst>
        <pc:spChg chg="mod">
          <ac:chgData name="Michael Hill" userId="41dba03d-e58d-4389-9894-554c10310ba4" providerId="ADAL" clId="{EF23FE1D-A042-481E-AFD7-2A9FB0847F54}" dt="2026-08-14T19:25:56.879" v="3223" actId="14100"/>
          <ac:spMkLst>
            <pc:docMk/>
            <pc:sldMk cId="1122610140" sldId="292"/>
            <ac:spMk id="12" creationId="{890A68F0-0A5B-A135-CB12-BAA1834BCE98}"/>
          </ac:spMkLst>
        </pc:spChg>
        <pc:spChg chg="mod">
          <ac:chgData name="Michael Hill" userId="41dba03d-e58d-4389-9894-554c10310ba4" providerId="ADAL" clId="{EF23FE1D-A042-481E-AFD7-2A9FB0847F54}" dt="2026-08-14T19:25:43.038" v="3193" actId="20577"/>
          <ac:spMkLst>
            <pc:docMk/>
            <pc:sldMk cId="1122610140" sldId="292"/>
            <ac:spMk id="16" creationId="{A453B0E5-E3F6-6BE1-6513-C2A3D52D7111}"/>
          </ac:spMkLst>
        </pc:spChg>
        <pc:graphicFrameChg chg="mod modGraphic">
          <ac:chgData name="Michael Hill" userId="41dba03d-e58d-4389-9894-554c10310ba4" providerId="ADAL" clId="{EF23FE1D-A042-481E-AFD7-2A9FB0847F54}" dt="2026-08-14T19:24:59.052" v="3144" actId="20577"/>
          <ac:graphicFrameMkLst>
            <pc:docMk/>
            <pc:sldMk cId="1122610140" sldId="292"/>
            <ac:graphicFrameMk id="2" creationId="{76105F76-515A-36A2-AC18-A96329ABB6F8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14:07.712" v="1504" actId="20577"/>
        <pc:sldMkLst>
          <pc:docMk/>
          <pc:sldMk cId="281030203" sldId="293"/>
        </pc:sldMkLst>
        <pc:spChg chg="mod">
          <ac:chgData name="Michael Hill" userId="41dba03d-e58d-4389-9894-554c10310ba4" providerId="ADAL" clId="{EF23FE1D-A042-481E-AFD7-2A9FB0847F54}" dt="2026-08-14T19:14:07.712" v="1504" actId="20577"/>
          <ac:spMkLst>
            <pc:docMk/>
            <pc:sldMk cId="281030203" sldId="293"/>
            <ac:spMk id="16" creationId="{72CAA43F-9E3C-958E-D8ED-F300E3DB311B}"/>
          </ac:spMkLst>
        </pc:spChg>
      </pc:sldChg>
      <pc:sldChg chg="modSp add mod">
        <pc:chgData name="Michael Hill" userId="41dba03d-e58d-4389-9894-554c10310ba4" providerId="ADAL" clId="{EF23FE1D-A042-481E-AFD7-2A9FB0847F54}" dt="2026-08-14T19:14:34.689" v="1620" actId="20577"/>
        <pc:sldMkLst>
          <pc:docMk/>
          <pc:sldMk cId="4157659712" sldId="294"/>
        </pc:sldMkLst>
        <pc:spChg chg="mod">
          <ac:chgData name="Michael Hill" userId="41dba03d-e58d-4389-9894-554c10310ba4" providerId="ADAL" clId="{EF23FE1D-A042-481E-AFD7-2A9FB0847F54}" dt="2026-08-14T19:14:34.689" v="1620" actId="20577"/>
          <ac:spMkLst>
            <pc:docMk/>
            <pc:sldMk cId="4157659712" sldId="294"/>
            <ac:spMk id="16" creationId="{432B4354-2236-E744-3DC8-8FE07E8ABF85}"/>
          </ac:spMkLst>
        </pc:spChg>
      </pc:sldChg>
      <pc:sldChg chg="delSp modSp add mod">
        <pc:chgData name="Michael Hill" userId="41dba03d-e58d-4389-9894-554c10310ba4" providerId="ADAL" clId="{EF23FE1D-A042-481E-AFD7-2A9FB0847F54}" dt="2026-08-14T19:23:25.864" v="2987" actId="20577"/>
        <pc:sldMkLst>
          <pc:docMk/>
          <pc:sldMk cId="3021256781" sldId="295"/>
        </pc:sldMkLst>
        <pc:spChg chg="mod">
          <ac:chgData name="Michael Hill" userId="41dba03d-e58d-4389-9894-554c10310ba4" providerId="ADAL" clId="{EF23FE1D-A042-481E-AFD7-2A9FB0847F54}" dt="2026-08-14T19:23:25.864" v="2987" actId="20577"/>
          <ac:spMkLst>
            <pc:docMk/>
            <pc:sldMk cId="3021256781" sldId="295"/>
            <ac:spMk id="16" creationId="{B11FFAA8-6FEF-CFDF-5366-57734695C8F4}"/>
          </ac:spMkLst>
        </pc:spChg>
        <pc:graphicFrameChg chg="del">
          <ac:chgData name="Michael Hill" userId="41dba03d-e58d-4389-9894-554c10310ba4" providerId="ADAL" clId="{EF23FE1D-A042-481E-AFD7-2A9FB0847F54}" dt="2026-08-14T19:23:09.639" v="2887" actId="478"/>
          <ac:graphicFrameMkLst>
            <pc:docMk/>
            <pc:sldMk cId="3021256781" sldId="295"/>
            <ac:graphicFrameMk id="2" creationId="{D424FBCD-C9DB-C74C-649A-EB6B85AD012E}"/>
          </ac:graphicFrameMkLst>
        </pc:graphicFrameChg>
      </pc:sldChg>
      <pc:sldChg chg="delSp modSp add mod">
        <pc:chgData name="Michael Hill" userId="41dba03d-e58d-4389-9894-554c10310ba4" providerId="ADAL" clId="{EF23FE1D-A042-481E-AFD7-2A9FB0847F54}" dt="2026-08-14T19:23:55.748" v="3122" actId="5793"/>
        <pc:sldMkLst>
          <pc:docMk/>
          <pc:sldMk cId="203153072" sldId="296"/>
        </pc:sldMkLst>
        <pc:spChg chg="mod">
          <ac:chgData name="Michael Hill" userId="41dba03d-e58d-4389-9894-554c10310ba4" providerId="ADAL" clId="{EF23FE1D-A042-481E-AFD7-2A9FB0847F54}" dt="2026-08-14T19:23:55.748" v="3122" actId="5793"/>
          <ac:spMkLst>
            <pc:docMk/>
            <pc:sldMk cId="203153072" sldId="296"/>
            <ac:spMk id="16" creationId="{BED9E02E-E97D-6B02-9D37-EC946312FDEB}"/>
          </ac:spMkLst>
        </pc:spChg>
        <pc:graphicFrameChg chg="del">
          <ac:chgData name="Michael Hill" userId="41dba03d-e58d-4389-9894-554c10310ba4" providerId="ADAL" clId="{EF23FE1D-A042-481E-AFD7-2A9FB0847F54}" dt="2026-08-14T19:23:31.587" v="2988" actId="478"/>
          <ac:graphicFrameMkLst>
            <pc:docMk/>
            <pc:sldMk cId="203153072" sldId="296"/>
            <ac:graphicFrameMk id="2" creationId="{D7B5B8E0-A449-F5E3-17B6-8CDD63F67AE4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8-14T19:19:32.496" v="2366" actId="20577"/>
        <pc:sldMkLst>
          <pc:docMk/>
          <pc:sldMk cId="4010495952" sldId="297"/>
        </pc:sldMkLst>
        <pc:spChg chg="mod">
          <ac:chgData name="Michael Hill" userId="41dba03d-e58d-4389-9894-554c10310ba4" providerId="ADAL" clId="{EF23FE1D-A042-481E-AFD7-2A9FB0847F54}" dt="2026-08-14T19:15:36.578" v="1839" actId="14100"/>
          <ac:spMkLst>
            <pc:docMk/>
            <pc:sldMk cId="4010495952" sldId="297"/>
            <ac:spMk id="12" creationId="{EDBC0A8A-2039-3A92-40EC-F906F03E84B8}"/>
          </ac:spMkLst>
        </pc:spChg>
        <pc:spChg chg="mod">
          <ac:chgData name="Michael Hill" userId="41dba03d-e58d-4389-9894-554c10310ba4" providerId="ADAL" clId="{EF23FE1D-A042-481E-AFD7-2A9FB0847F54}" dt="2026-08-14T19:15:39.419" v="1840" actId="1076"/>
          <ac:spMkLst>
            <pc:docMk/>
            <pc:sldMk cId="4010495952" sldId="297"/>
            <ac:spMk id="14" creationId="{3C2923A0-567D-1319-6B8E-BBDF1CE414FF}"/>
          </ac:spMkLst>
        </pc:spChg>
        <pc:spChg chg="mod">
          <ac:chgData name="Michael Hill" userId="41dba03d-e58d-4389-9894-554c10310ba4" providerId="ADAL" clId="{EF23FE1D-A042-481E-AFD7-2A9FB0847F54}" dt="2026-08-14T19:19:32.496" v="2366" actId="20577"/>
          <ac:spMkLst>
            <pc:docMk/>
            <pc:sldMk cId="4010495952" sldId="297"/>
            <ac:spMk id="16" creationId="{883F4FAA-80A1-7AAE-9FF8-DDA667EDB580}"/>
          </ac:spMkLst>
        </pc:spChg>
        <pc:graphicFrameChg chg="del">
          <ac:chgData name="Michael Hill" userId="41dba03d-e58d-4389-9894-554c10310ba4" providerId="ADAL" clId="{EF23FE1D-A042-481E-AFD7-2A9FB0847F54}" dt="2026-08-14T19:15:41.580" v="1841" actId="478"/>
          <ac:graphicFrameMkLst>
            <pc:docMk/>
            <pc:sldMk cId="4010495952" sldId="297"/>
            <ac:graphicFrameMk id="2" creationId="{C858A027-735B-5A7F-A791-D6F149708CB9}"/>
          </ac:graphicFrameMkLst>
        </pc:graphicFrameChg>
        <pc:picChg chg="add mod">
          <ac:chgData name="Michael Hill" userId="41dba03d-e58d-4389-9894-554c10310ba4" providerId="ADAL" clId="{EF23FE1D-A042-481E-AFD7-2A9FB0847F54}" dt="2026-08-14T19:18:18.526" v="2320" actId="14100"/>
          <ac:picMkLst>
            <pc:docMk/>
            <pc:sldMk cId="4010495952" sldId="297"/>
            <ac:picMk id="5" creationId="{B06CA0EE-85A7-697A-65E5-F6F6CA44854A}"/>
          </ac:picMkLst>
        </pc:picChg>
      </pc:sldChg>
      <pc:sldChg chg="delSp modSp add mod">
        <pc:chgData name="Michael Hill" userId="41dba03d-e58d-4389-9894-554c10310ba4" providerId="ADAL" clId="{EF23FE1D-A042-481E-AFD7-2A9FB0847F54}" dt="2026-08-14T19:22:27.058" v="2854" actId="20577"/>
        <pc:sldMkLst>
          <pc:docMk/>
          <pc:sldMk cId="2530683723" sldId="298"/>
        </pc:sldMkLst>
        <pc:spChg chg="mod">
          <ac:chgData name="Michael Hill" userId="41dba03d-e58d-4389-9894-554c10310ba4" providerId="ADAL" clId="{EF23FE1D-A042-481E-AFD7-2A9FB0847F54}" dt="2026-08-14T19:20:38.132" v="2407" actId="14100"/>
          <ac:spMkLst>
            <pc:docMk/>
            <pc:sldMk cId="2530683723" sldId="298"/>
            <ac:spMk id="12" creationId="{5F172AE1-7573-EE34-C8D1-8FB9867C08CC}"/>
          </ac:spMkLst>
        </pc:spChg>
        <pc:spChg chg="mod">
          <ac:chgData name="Michael Hill" userId="41dba03d-e58d-4389-9894-554c10310ba4" providerId="ADAL" clId="{EF23FE1D-A042-481E-AFD7-2A9FB0847F54}" dt="2026-08-14T19:20:42.832" v="2408" actId="1076"/>
          <ac:spMkLst>
            <pc:docMk/>
            <pc:sldMk cId="2530683723" sldId="298"/>
            <ac:spMk id="14" creationId="{2A2EC9FA-6B29-5C88-2E6D-205240E946A1}"/>
          </ac:spMkLst>
        </pc:spChg>
        <pc:spChg chg="mod">
          <ac:chgData name="Michael Hill" userId="41dba03d-e58d-4389-9894-554c10310ba4" providerId="ADAL" clId="{EF23FE1D-A042-481E-AFD7-2A9FB0847F54}" dt="2026-08-14T19:22:27.058" v="2854" actId="20577"/>
          <ac:spMkLst>
            <pc:docMk/>
            <pc:sldMk cId="2530683723" sldId="298"/>
            <ac:spMk id="16" creationId="{F57AEAF5-C0C8-343B-7651-020780CDFE49}"/>
          </ac:spMkLst>
        </pc:spChg>
        <pc:picChg chg="del">
          <ac:chgData name="Michael Hill" userId="41dba03d-e58d-4389-9894-554c10310ba4" providerId="ADAL" clId="{EF23FE1D-A042-481E-AFD7-2A9FB0847F54}" dt="2026-08-14T19:20:44.045" v="2409" actId="478"/>
          <ac:picMkLst>
            <pc:docMk/>
            <pc:sldMk cId="2530683723" sldId="298"/>
            <ac:picMk id="5" creationId="{48C91AAE-B5F5-E52A-386A-D061A3D95A20}"/>
          </ac:picMkLst>
        </pc:picChg>
      </pc:sldChg>
      <pc:sldChg chg="add del">
        <pc:chgData name="Michael Hill" userId="41dba03d-e58d-4389-9894-554c10310ba4" providerId="ADAL" clId="{EF23FE1D-A042-481E-AFD7-2A9FB0847F54}" dt="2026-08-14T19:17:55.951" v="2316" actId="2890"/>
        <pc:sldMkLst>
          <pc:docMk/>
          <pc:sldMk cId="3076377481" sldId="298"/>
        </pc:sldMkLst>
      </pc:sldChg>
      <pc:sldChg chg="delSp modSp add mod">
        <pc:chgData name="Michael Hill" userId="41dba03d-e58d-4389-9894-554c10310ba4" providerId="ADAL" clId="{EF23FE1D-A042-481E-AFD7-2A9FB0847F54}" dt="2026-08-14T19:30:35.784" v="4245" actId="20577"/>
        <pc:sldMkLst>
          <pc:docMk/>
          <pc:sldMk cId="1649291882" sldId="299"/>
        </pc:sldMkLst>
        <pc:spChg chg="mod">
          <ac:chgData name="Michael Hill" userId="41dba03d-e58d-4389-9894-554c10310ba4" providerId="ADAL" clId="{EF23FE1D-A042-481E-AFD7-2A9FB0847F54}" dt="2026-08-14T19:30:35.784" v="4245" actId="20577"/>
          <ac:spMkLst>
            <pc:docMk/>
            <pc:sldMk cId="1649291882" sldId="299"/>
            <ac:spMk id="16" creationId="{74588378-31CB-7518-E4ED-703083233012}"/>
          </ac:spMkLst>
        </pc:spChg>
        <pc:picChg chg="del">
          <ac:chgData name="Michael Hill" userId="41dba03d-e58d-4389-9894-554c10310ba4" providerId="ADAL" clId="{EF23FE1D-A042-481E-AFD7-2A9FB0847F54}" dt="2026-08-14T19:30:07.709" v="4144" actId="478"/>
          <ac:picMkLst>
            <pc:docMk/>
            <pc:sldMk cId="1649291882" sldId="299"/>
            <ac:picMk id="5" creationId="{AD4D78C0-027C-AFDE-A9E6-8FBCBDD1C2FA}"/>
          </ac:picMkLst>
        </pc:picChg>
      </pc:sldChg>
      <pc:sldChg chg="add del">
        <pc:chgData name="Michael Hill" userId="41dba03d-e58d-4389-9894-554c10310ba4" providerId="ADAL" clId="{EF23FE1D-A042-481E-AFD7-2A9FB0847F54}" dt="2026-08-14T19:25:46.125" v="3195" actId="2890"/>
        <pc:sldMkLst>
          <pc:docMk/>
          <pc:sldMk cId="2606627885" sldId="300"/>
        </pc:sldMkLst>
      </pc:sldChg>
      <pc:sldChg chg="addSp delSp modSp add mod">
        <pc:chgData name="Michael Hill" userId="41dba03d-e58d-4389-9894-554c10310ba4" providerId="ADAL" clId="{EF23FE1D-A042-481E-AFD7-2A9FB0847F54}" dt="2026-08-14T19:27:46.736" v="3517" actId="20577"/>
        <pc:sldMkLst>
          <pc:docMk/>
          <pc:sldMk cId="2732187400" sldId="300"/>
        </pc:sldMkLst>
        <pc:spChg chg="mod">
          <ac:chgData name="Michael Hill" userId="41dba03d-e58d-4389-9894-554c10310ba4" providerId="ADAL" clId="{EF23FE1D-A042-481E-AFD7-2A9FB0847F54}" dt="2026-08-14T19:26:43.242" v="3388" actId="20577"/>
          <ac:spMkLst>
            <pc:docMk/>
            <pc:sldMk cId="2732187400" sldId="300"/>
            <ac:spMk id="16" creationId="{1695D182-7A5E-0453-43D5-CE9E8636B0E0}"/>
          </ac:spMkLst>
        </pc:spChg>
        <pc:graphicFrameChg chg="del">
          <ac:chgData name="Michael Hill" userId="41dba03d-e58d-4389-9894-554c10310ba4" providerId="ADAL" clId="{EF23FE1D-A042-481E-AFD7-2A9FB0847F54}" dt="2026-08-14T19:26:23.059" v="3252" actId="478"/>
          <ac:graphicFrameMkLst>
            <pc:docMk/>
            <pc:sldMk cId="2732187400" sldId="300"/>
            <ac:graphicFrameMk id="2" creationId="{317FCF12-944F-B1D8-D09D-70DAA95A6C00}"/>
          </ac:graphicFrameMkLst>
        </pc:graphicFrameChg>
        <pc:graphicFrameChg chg="add modGraphic">
          <ac:chgData name="Michael Hill" userId="41dba03d-e58d-4389-9894-554c10310ba4" providerId="ADAL" clId="{EF23FE1D-A042-481E-AFD7-2A9FB0847F54}" dt="2026-08-14T19:27:46.736" v="3517" actId="20577"/>
          <ac:graphicFrameMkLst>
            <pc:docMk/>
            <pc:sldMk cId="2732187400" sldId="300"/>
            <ac:graphicFrameMk id="5" creationId="{CF874281-7D42-615A-A82D-8EAF3604D2CD}"/>
          </ac:graphicFrameMkLst>
        </pc:graphicFrameChg>
      </pc:sldChg>
      <pc:sldChg chg="addSp modSp add mod">
        <pc:chgData name="Michael Hill" userId="41dba03d-e58d-4389-9894-554c10310ba4" providerId="ADAL" clId="{EF23FE1D-A042-481E-AFD7-2A9FB0847F54}" dt="2026-08-14T19:28:24.246" v="3695" actId="20577"/>
        <pc:sldMkLst>
          <pc:docMk/>
          <pc:sldMk cId="2473413766" sldId="301"/>
        </pc:sldMkLst>
        <pc:spChg chg="mod">
          <ac:chgData name="Michael Hill" userId="41dba03d-e58d-4389-9894-554c10310ba4" providerId="ADAL" clId="{EF23FE1D-A042-481E-AFD7-2A9FB0847F54}" dt="2026-08-14T19:28:24.246" v="3695" actId="20577"/>
          <ac:spMkLst>
            <pc:docMk/>
            <pc:sldMk cId="2473413766" sldId="301"/>
            <ac:spMk id="16" creationId="{365B4849-2EE8-2B2A-9695-402C436F59B5}"/>
          </ac:spMkLst>
        </pc:spChg>
        <pc:graphicFrameChg chg="add modGraphic">
          <ac:chgData name="Michael Hill" userId="41dba03d-e58d-4389-9894-554c10310ba4" providerId="ADAL" clId="{EF23FE1D-A042-481E-AFD7-2A9FB0847F54}" dt="2026-08-14T19:28:13.872" v="3628" actId="20577"/>
          <ac:graphicFrameMkLst>
            <pc:docMk/>
            <pc:sldMk cId="2473413766" sldId="301"/>
            <ac:graphicFrameMk id="4" creationId="{2EE013E6-740D-3222-66FA-2F50422BB015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28:56.567" v="3864" actId="20577"/>
        <pc:sldMkLst>
          <pc:docMk/>
          <pc:sldMk cId="3231734351" sldId="302"/>
        </pc:sldMkLst>
        <pc:spChg chg="mod">
          <ac:chgData name="Michael Hill" userId="41dba03d-e58d-4389-9894-554c10310ba4" providerId="ADAL" clId="{EF23FE1D-A042-481E-AFD7-2A9FB0847F54}" dt="2026-08-14T19:28:56.567" v="3864" actId="20577"/>
          <ac:spMkLst>
            <pc:docMk/>
            <pc:sldMk cId="3231734351" sldId="302"/>
            <ac:spMk id="16" creationId="{31871FC7-C6C9-32C3-0A2F-2987D86D992C}"/>
          </ac:spMkLst>
        </pc:spChg>
        <pc:graphicFrameChg chg="modGraphic">
          <ac:chgData name="Michael Hill" userId="41dba03d-e58d-4389-9894-554c10310ba4" providerId="ADAL" clId="{EF23FE1D-A042-481E-AFD7-2A9FB0847F54}" dt="2026-08-14T19:28:51.019" v="3841" actId="20577"/>
          <ac:graphicFrameMkLst>
            <pc:docMk/>
            <pc:sldMk cId="3231734351" sldId="302"/>
            <ac:graphicFrameMk id="4" creationId="{4CECEB55-4A52-20AD-FCEA-E790EA09C171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30:00.277" v="4143" actId="20577"/>
        <pc:sldMkLst>
          <pc:docMk/>
          <pc:sldMk cId="3468437193" sldId="303"/>
        </pc:sldMkLst>
        <pc:spChg chg="mod">
          <ac:chgData name="Michael Hill" userId="41dba03d-e58d-4389-9894-554c10310ba4" providerId="ADAL" clId="{EF23FE1D-A042-481E-AFD7-2A9FB0847F54}" dt="2026-08-14T19:30:00.277" v="4143" actId="20577"/>
          <ac:spMkLst>
            <pc:docMk/>
            <pc:sldMk cId="3468437193" sldId="303"/>
            <ac:spMk id="16" creationId="{91A29477-BB9E-E7A7-F35A-60C6C5585AD9}"/>
          </ac:spMkLst>
        </pc:spChg>
        <pc:graphicFrameChg chg="modGraphic">
          <ac:chgData name="Michael Hill" userId="41dba03d-e58d-4389-9894-554c10310ba4" providerId="ADAL" clId="{EF23FE1D-A042-481E-AFD7-2A9FB0847F54}" dt="2026-08-14T19:29:41.152" v="4049" actId="20577"/>
          <ac:graphicFrameMkLst>
            <pc:docMk/>
            <pc:sldMk cId="3468437193" sldId="303"/>
            <ac:graphicFrameMk id="4" creationId="{744B1A95-DD15-55AA-83AD-23D2B448E71D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31:12.595" v="4334" actId="20577"/>
        <pc:sldMkLst>
          <pc:docMk/>
          <pc:sldMk cId="2192650716" sldId="304"/>
        </pc:sldMkLst>
        <pc:spChg chg="mod">
          <ac:chgData name="Michael Hill" userId="41dba03d-e58d-4389-9894-554c10310ba4" providerId="ADAL" clId="{EF23FE1D-A042-481E-AFD7-2A9FB0847F54}" dt="2026-08-14T19:30:51.362" v="4270" actId="14100"/>
          <ac:spMkLst>
            <pc:docMk/>
            <pc:sldMk cId="2192650716" sldId="304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08-14T19:30:55.717" v="4272" actId="1076"/>
          <ac:spMkLst>
            <pc:docMk/>
            <pc:sldMk cId="2192650716" sldId="304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08-14T19:31:12.595" v="4334" actId="20577"/>
          <ac:spMkLst>
            <pc:docMk/>
            <pc:sldMk cId="2192650716" sldId="304"/>
            <ac:spMk id="16" creationId="{104F567A-E19C-74A7-B049-CF176EB9CF80}"/>
          </ac:spMkLst>
        </pc:spChg>
      </pc:sldChg>
      <pc:sldChg chg="modSp add mod">
        <pc:chgData name="Michael Hill" userId="41dba03d-e58d-4389-9894-554c10310ba4" providerId="ADAL" clId="{EF23FE1D-A042-481E-AFD7-2A9FB0847F54}" dt="2026-08-14T19:31:42.623" v="4503" actId="20577"/>
        <pc:sldMkLst>
          <pc:docMk/>
          <pc:sldMk cId="2511243" sldId="305"/>
        </pc:sldMkLst>
        <pc:spChg chg="mod">
          <ac:chgData name="Michael Hill" userId="41dba03d-e58d-4389-9894-554c10310ba4" providerId="ADAL" clId="{EF23FE1D-A042-481E-AFD7-2A9FB0847F54}" dt="2026-08-14T19:31:42.623" v="4503" actId="20577"/>
          <ac:spMkLst>
            <pc:docMk/>
            <pc:sldMk cId="2511243" sldId="305"/>
            <ac:spMk id="16" creationId="{BCDE0666-1586-CB66-6FE3-442ECA044984}"/>
          </ac:spMkLst>
        </pc:spChg>
      </pc:sldChg>
      <pc:sldChg chg="modSp add mod">
        <pc:chgData name="Michael Hill" userId="41dba03d-e58d-4389-9894-554c10310ba4" providerId="ADAL" clId="{EF23FE1D-A042-481E-AFD7-2A9FB0847F54}" dt="2026-08-14T19:32:11.682" v="4600" actId="20577"/>
        <pc:sldMkLst>
          <pc:docMk/>
          <pc:sldMk cId="713445811" sldId="306"/>
        </pc:sldMkLst>
        <pc:spChg chg="mod">
          <ac:chgData name="Michael Hill" userId="41dba03d-e58d-4389-9894-554c10310ba4" providerId="ADAL" clId="{EF23FE1D-A042-481E-AFD7-2A9FB0847F54}" dt="2026-08-14T19:32:11.682" v="4600" actId="20577"/>
          <ac:spMkLst>
            <pc:docMk/>
            <pc:sldMk cId="713445811" sldId="306"/>
            <ac:spMk id="16" creationId="{FCD8E78E-6B50-CCA4-DCF4-91965B2D600B}"/>
          </ac:spMkLst>
        </pc:spChg>
      </pc:sldChg>
      <pc:sldChg chg="modSp add mod">
        <pc:chgData name="Michael Hill" userId="41dba03d-e58d-4389-9894-554c10310ba4" providerId="ADAL" clId="{EF23FE1D-A042-481E-AFD7-2A9FB0847F54}" dt="2026-08-14T19:32:58.719" v="4877" actId="20577"/>
        <pc:sldMkLst>
          <pc:docMk/>
          <pc:sldMk cId="3934829719" sldId="307"/>
        </pc:sldMkLst>
        <pc:spChg chg="mod">
          <ac:chgData name="Michael Hill" userId="41dba03d-e58d-4389-9894-554c10310ba4" providerId="ADAL" clId="{EF23FE1D-A042-481E-AFD7-2A9FB0847F54}" dt="2026-08-14T19:32:58.719" v="4877" actId="20577"/>
          <ac:spMkLst>
            <pc:docMk/>
            <pc:sldMk cId="3934829719" sldId="307"/>
            <ac:spMk id="16" creationId="{4E4C84A8-4FD0-F04D-05FF-52D19A6EC2DB}"/>
          </ac:spMkLst>
        </pc:spChg>
      </pc:sldChg>
      <pc:sldChg chg="modSp add mod">
        <pc:chgData name="Michael Hill" userId="41dba03d-e58d-4389-9894-554c10310ba4" providerId="ADAL" clId="{EF23FE1D-A042-481E-AFD7-2A9FB0847F54}" dt="2026-08-14T19:47:07.633" v="4957" actId="20577"/>
        <pc:sldMkLst>
          <pc:docMk/>
          <pc:sldMk cId="631038492" sldId="308"/>
        </pc:sldMkLst>
        <pc:spChg chg="mod">
          <ac:chgData name="Michael Hill" userId="41dba03d-e58d-4389-9894-554c10310ba4" providerId="ADAL" clId="{EF23FE1D-A042-481E-AFD7-2A9FB0847F54}" dt="2026-08-14T19:33:11.155" v="4910" actId="14100"/>
          <ac:spMkLst>
            <pc:docMk/>
            <pc:sldMk cId="631038492" sldId="308"/>
            <ac:spMk id="12" creationId="{40635CFB-3686-F700-FDCA-94684897AC92}"/>
          </ac:spMkLst>
        </pc:spChg>
        <pc:spChg chg="mod">
          <ac:chgData name="Michael Hill" userId="41dba03d-e58d-4389-9894-554c10310ba4" providerId="ADAL" clId="{EF23FE1D-A042-481E-AFD7-2A9FB0847F54}" dt="2026-08-14T19:33:16.502" v="4911" actId="1076"/>
          <ac:spMkLst>
            <pc:docMk/>
            <pc:sldMk cId="631038492" sldId="308"/>
            <ac:spMk id="14" creationId="{723A6588-ED3E-E03A-2975-4C2A7DDAB49C}"/>
          </ac:spMkLst>
        </pc:spChg>
        <pc:spChg chg="mod">
          <ac:chgData name="Michael Hill" userId="41dba03d-e58d-4389-9894-554c10310ba4" providerId="ADAL" clId="{EF23FE1D-A042-481E-AFD7-2A9FB0847F54}" dt="2026-08-14T19:47:07.633" v="4957" actId="20577"/>
          <ac:spMkLst>
            <pc:docMk/>
            <pc:sldMk cId="631038492" sldId="308"/>
            <ac:spMk id="16" creationId="{29D24C59-A61D-C551-F880-B65ADD7168EA}"/>
          </ac:spMkLst>
        </pc:spChg>
      </pc:sldChg>
      <pc:sldChg chg="modSp add mod">
        <pc:chgData name="Michael Hill" userId="41dba03d-e58d-4389-9894-554c10310ba4" providerId="ADAL" clId="{EF23FE1D-A042-481E-AFD7-2A9FB0847F54}" dt="2026-08-14T19:48:27.028" v="5230" actId="20577"/>
        <pc:sldMkLst>
          <pc:docMk/>
          <pc:sldMk cId="2921624082" sldId="309"/>
        </pc:sldMkLst>
        <pc:spChg chg="mod">
          <ac:chgData name="Michael Hill" userId="41dba03d-e58d-4389-9894-554c10310ba4" providerId="ADAL" clId="{EF23FE1D-A042-481E-AFD7-2A9FB0847F54}" dt="2026-08-14T19:48:27.028" v="5230" actId="20577"/>
          <ac:spMkLst>
            <pc:docMk/>
            <pc:sldMk cId="2921624082" sldId="309"/>
            <ac:spMk id="16" creationId="{B9159A13-1344-2129-CF5E-4D6C8F6C830F}"/>
          </ac:spMkLst>
        </pc:spChg>
      </pc:sldChg>
      <pc:sldChg chg="addSp modSp add mod">
        <pc:chgData name="Michael Hill" userId="41dba03d-e58d-4389-9894-554c10310ba4" providerId="ADAL" clId="{EF23FE1D-A042-481E-AFD7-2A9FB0847F54}" dt="2026-08-14T19:49:22.413" v="5286" actId="1076"/>
        <pc:sldMkLst>
          <pc:docMk/>
          <pc:sldMk cId="2405721443" sldId="310"/>
        </pc:sldMkLst>
        <pc:spChg chg="mod">
          <ac:chgData name="Michael Hill" userId="41dba03d-e58d-4389-9894-554c10310ba4" providerId="ADAL" clId="{EF23FE1D-A042-481E-AFD7-2A9FB0847F54}" dt="2026-08-14T19:48:57.355" v="5281" actId="313"/>
          <ac:spMkLst>
            <pc:docMk/>
            <pc:sldMk cId="2405721443" sldId="310"/>
            <ac:spMk id="16" creationId="{DFBFBA1D-04E5-1D1B-02D7-ABE76CE3CEA8}"/>
          </ac:spMkLst>
        </pc:spChg>
        <pc:picChg chg="add mod">
          <ac:chgData name="Michael Hill" userId="41dba03d-e58d-4389-9894-554c10310ba4" providerId="ADAL" clId="{EF23FE1D-A042-481E-AFD7-2A9FB0847F54}" dt="2026-08-14T19:49:22.413" v="5286" actId="1076"/>
          <ac:picMkLst>
            <pc:docMk/>
            <pc:sldMk cId="2405721443" sldId="310"/>
            <ac:picMk id="2" creationId="{1D5E3A66-1CA8-E654-1485-B1935CB8CFAD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4T19:50:43.693" v="5543" actId="1076"/>
        <pc:sldMkLst>
          <pc:docMk/>
          <pc:sldMk cId="2834303849" sldId="311"/>
        </pc:sldMkLst>
        <pc:spChg chg="mod">
          <ac:chgData name="Michael Hill" userId="41dba03d-e58d-4389-9894-554c10310ba4" providerId="ADAL" clId="{EF23FE1D-A042-481E-AFD7-2A9FB0847F54}" dt="2026-08-14T19:50:41.234" v="5542" actId="20577"/>
          <ac:spMkLst>
            <pc:docMk/>
            <pc:sldMk cId="2834303849" sldId="311"/>
            <ac:spMk id="16" creationId="{DCC4043F-884A-2AB6-383C-EAC9A1D0FC23}"/>
          </ac:spMkLst>
        </pc:spChg>
        <pc:picChg chg="del">
          <ac:chgData name="Michael Hill" userId="41dba03d-e58d-4389-9894-554c10310ba4" providerId="ADAL" clId="{EF23FE1D-A042-481E-AFD7-2A9FB0847F54}" dt="2026-08-14T19:49:52.738" v="5288" actId="478"/>
          <ac:picMkLst>
            <pc:docMk/>
            <pc:sldMk cId="2834303849" sldId="311"/>
            <ac:picMk id="2" creationId="{26BF1E8A-9DCB-298E-7D9C-8203C19A8C62}"/>
          </ac:picMkLst>
        </pc:picChg>
        <pc:picChg chg="add mod">
          <ac:chgData name="Michael Hill" userId="41dba03d-e58d-4389-9894-554c10310ba4" providerId="ADAL" clId="{EF23FE1D-A042-481E-AFD7-2A9FB0847F54}" dt="2026-08-14T19:50:43.693" v="5543" actId="1076"/>
          <ac:picMkLst>
            <pc:docMk/>
            <pc:sldMk cId="2834303849" sldId="311"/>
            <ac:picMk id="5" creationId="{7F525627-9BB5-BF08-5D5D-1CCBFA3EA496}"/>
          </ac:picMkLst>
        </pc:picChg>
      </pc:sldChg>
      <pc:sldChg chg="delSp modSp add mod">
        <pc:chgData name="Michael Hill" userId="41dba03d-e58d-4389-9894-554c10310ba4" providerId="ADAL" clId="{EF23FE1D-A042-481E-AFD7-2A9FB0847F54}" dt="2026-08-14T19:51:36.699" v="5768" actId="20577"/>
        <pc:sldMkLst>
          <pc:docMk/>
          <pc:sldMk cId="1715714476" sldId="312"/>
        </pc:sldMkLst>
        <pc:spChg chg="mod">
          <ac:chgData name="Michael Hill" userId="41dba03d-e58d-4389-9894-554c10310ba4" providerId="ADAL" clId="{EF23FE1D-A042-481E-AFD7-2A9FB0847F54}" dt="2026-08-14T19:50:58.328" v="5572" actId="14100"/>
          <ac:spMkLst>
            <pc:docMk/>
            <pc:sldMk cId="1715714476" sldId="312"/>
            <ac:spMk id="12" creationId="{38F7F4D8-F3A1-BFD4-762A-9D5D52733E1A}"/>
          </ac:spMkLst>
        </pc:spChg>
        <pc:spChg chg="mod">
          <ac:chgData name="Michael Hill" userId="41dba03d-e58d-4389-9894-554c10310ba4" providerId="ADAL" clId="{EF23FE1D-A042-481E-AFD7-2A9FB0847F54}" dt="2026-08-14T19:51:00.124" v="5573" actId="1076"/>
          <ac:spMkLst>
            <pc:docMk/>
            <pc:sldMk cId="1715714476" sldId="312"/>
            <ac:spMk id="14" creationId="{6C101F23-D013-554A-83D2-840C7F16CDBD}"/>
          </ac:spMkLst>
        </pc:spChg>
        <pc:spChg chg="mod">
          <ac:chgData name="Michael Hill" userId="41dba03d-e58d-4389-9894-554c10310ba4" providerId="ADAL" clId="{EF23FE1D-A042-481E-AFD7-2A9FB0847F54}" dt="2026-08-14T19:51:36.699" v="5768" actId="20577"/>
          <ac:spMkLst>
            <pc:docMk/>
            <pc:sldMk cId="1715714476" sldId="312"/>
            <ac:spMk id="16" creationId="{1B9B61E5-3CD4-16EC-BF3D-B3CD867C4313}"/>
          </ac:spMkLst>
        </pc:spChg>
        <pc:picChg chg="del">
          <ac:chgData name="Michael Hill" userId="41dba03d-e58d-4389-9894-554c10310ba4" providerId="ADAL" clId="{EF23FE1D-A042-481E-AFD7-2A9FB0847F54}" dt="2026-08-14T19:50:48.006" v="5545" actId="478"/>
          <ac:picMkLst>
            <pc:docMk/>
            <pc:sldMk cId="1715714476" sldId="312"/>
            <ac:picMk id="5" creationId="{A4128472-6D25-A786-FFB0-E45F78DF62C7}"/>
          </ac:picMkLst>
        </pc:picChg>
      </pc:sldChg>
      <pc:sldChg chg="modSp add mod">
        <pc:chgData name="Michael Hill" userId="41dba03d-e58d-4389-9894-554c10310ba4" providerId="ADAL" clId="{EF23FE1D-A042-481E-AFD7-2A9FB0847F54}" dt="2026-08-14T19:53:50.961" v="6181" actId="20577"/>
        <pc:sldMkLst>
          <pc:docMk/>
          <pc:sldMk cId="2912088711" sldId="313"/>
        </pc:sldMkLst>
        <pc:spChg chg="mod">
          <ac:chgData name="Michael Hill" userId="41dba03d-e58d-4389-9894-554c10310ba4" providerId="ADAL" clId="{EF23FE1D-A042-481E-AFD7-2A9FB0847F54}" dt="2026-08-14T19:51:49.873" v="5799" actId="14100"/>
          <ac:spMkLst>
            <pc:docMk/>
            <pc:sldMk cId="2912088711" sldId="313"/>
            <ac:spMk id="12" creationId="{D4CA33A9-EC6B-B6B4-11E2-538432AC71FE}"/>
          </ac:spMkLst>
        </pc:spChg>
        <pc:spChg chg="mod">
          <ac:chgData name="Michael Hill" userId="41dba03d-e58d-4389-9894-554c10310ba4" providerId="ADAL" clId="{EF23FE1D-A042-481E-AFD7-2A9FB0847F54}" dt="2026-08-14T19:51:51.713" v="5800" actId="1076"/>
          <ac:spMkLst>
            <pc:docMk/>
            <pc:sldMk cId="2912088711" sldId="313"/>
            <ac:spMk id="14" creationId="{F5A6B999-A497-F759-F984-61321DADC430}"/>
          </ac:spMkLst>
        </pc:spChg>
        <pc:spChg chg="mod">
          <ac:chgData name="Michael Hill" userId="41dba03d-e58d-4389-9894-554c10310ba4" providerId="ADAL" clId="{EF23FE1D-A042-481E-AFD7-2A9FB0847F54}" dt="2026-08-14T19:53:50.961" v="6181" actId="20577"/>
          <ac:spMkLst>
            <pc:docMk/>
            <pc:sldMk cId="2912088711" sldId="313"/>
            <ac:spMk id="16" creationId="{B4358032-CC4C-8E77-D6A2-368135B14C33}"/>
          </ac:spMkLst>
        </pc:spChg>
      </pc:sldChg>
      <pc:sldChg chg="modSp add mod">
        <pc:chgData name="Michael Hill" userId="41dba03d-e58d-4389-9894-554c10310ba4" providerId="ADAL" clId="{EF23FE1D-A042-481E-AFD7-2A9FB0847F54}" dt="2026-08-14T19:55:00.536" v="6485" actId="20577"/>
        <pc:sldMkLst>
          <pc:docMk/>
          <pc:sldMk cId="4152522032" sldId="314"/>
        </pc:sldMkLst>
        <pc:spChg chg="mod">
          <ac:chgData name="Michael Hill" userId="41dba03d-e58d-4389-9894-554c10310ba4" providerId="ADAL" clId="{EF23FE1D-A042-481E-AFD7-2A9FB0847F54}" dt="2026-08-14T19:55:00.536" v="6485" actId="20577"/>
          <ac:spMkLst>
            <pc:docMk/>
            <pc:sldMk cId="4152522032" sldId="314"/>
            <ac:spMk id="16" creationId="{4256C373-23FC-1D8C-3D5D-2CF3BAEDC528}"/>
          </ac:spMkLst>
        </pc:spChg>
      </pc:sldChg>
      <pc:sldChg chg="modSp add mod">
        <pc:chgData name="Michael Hill" userId="41dba03d-e58d-4389-9894-554c10310ba4" providerId="ADAL" clId="{EF23FE1D-A042-481E-AFD7-2A9FB0847F54}" dt="2026-08-14T19:55:33.182" v="6611" actId="20577"/>
        <pc:sldMkLst>
          <pc:docMk/>
          <pc:sldMk cId="3016746545" sldId="315"/>
        </pc:sldMkLst>
        <pc:spChg chg="mod">
          <ac:chgData name="Michael Hill" userId="41dba03d-e58d-4389-9894-554c10310ba4" providerId="ADAL" clId="{EF23FE1D-A042-481E-AFD7-2A9FB0847F54}" dt="2026-08-14T19:55:33.182" v="6611" actId="20577"/>
          <ac:spMkLst>
            <pc:docMk/>
            <pc:sldMk cId="3016746545" sldId="315"/>
            <ac:spMk id="16" creationId="{8E66CF9B-0EB5-6758-F50D-FC95C7899E0F}"/>
          </ac:spMkLst>
        </pc:spChg>
      </pc:sldChg>
      <pc:sldChg chg="modSp add mod">
        <pc:chgData name="Michael Hill" userId="41dba03d-e58d-4389-9894-554c10310ba4" providerId="ADAL" clId="{EF23FE1D-A042-481E-AFD7-2A9FB0847F54}" dt="2026-08-14T19:55:58.756" v="6741" actId="20577"/>
        <pc:sldMkLst>
          <pc:docMk/>
          <pc:sldMk cId="1439584791" sldId="316"/>
        </pc:sldMkLst>
        <pc:spChg chg="mod">
          <ac:chgData name="Michael Hill" userId="41dba03d-e58d-4389-9894-554c10310ba4" providerId="ADAL" clId="{EF23FE1D-A042-481E-AFD7-2A9FB0847F54}" dt="2026-08-14T19:55:42.713" v="6637" actId="14100"/>
          <ac:spMkLst>
            <pc:docMk/>
            <pc:sldMk cId="1439584791" sldId="316"/>
            <ac:spMk id="12" creationId="{A53121CA-D85C-4B30-AECF-DF36C3072E89}"/>
          </ac:spMkLst>
        </pc:spChg>
        <pc:spChg chg="mod">
          <ac:chgData name="Michael Hill" userId="41dba03d-e58d-4389-9894-554c10310ba4" providerId="ADAL" clId="{EF23FE1D-A042-481E-AFD7-2A9FB0847F54}" dt="2026-08-14T19:55:44.966" v="6638" actId="1076"/>
          <ac:spMkLst>
            <pc:docMk/>
            <pc:sldMk cId="1439584791" sldId="316"/>
            <ac:spMk id="14" creationId="{4AED3A72-7CAB-C802-4A6D-A74DE95E9DDC}"/>
          </ac:spMkLst>
        </pc:spChg>
        <pc:spChg chg="mod">
          <ac:chgData name="Michael Hill" userId="41dba03d-e58d-4389-9894-554c10310ba4" providerId="ADAL" clId="{EF23FE1D-A042-481E-AFD7-2A9FB0847F54}" dt="2026-08-14T19:55:58.756" v="6741" actId="20577"/>
          <ac:spMkLst>
            <pc:docMk/>
            <pc:sldMk cId="1439584791" sldId="316"/>
            <ac:spMk id="16" creationId="{23E82A5E-BF06-CE9B-5673-05D8F98B8685}"/>
          </ac:spMkLst>
        </pc:spChg>
      </pc:sldChg>
      <pc:sldChg chg="modSp add mod">
        <pc:chgData name="Michael Hill" userId="41dba03d-e58d-4389-9894-554c10310ba4" providerId="ADAL" clId="{EF23FE1D-A042-481E-AFD7-2A9FB0847F54}" dt="2026-08-14T19:56:59.331" v="6918"/>
        <pc:sldMkLst>
          <pc:docMk/>
          <pc:sldMk cId="627517892" sldId="317"/>
        </pc:sldMkLst>
        <pc:spChg chg="mod">
          <ac:chgData name="Michael Hill" userId="41dba03d-e58d-4389-9894-554c10310ba4" providerId="ADAL" clId="{EF23FE1D-A042-481E-AFD7-2A9FB0847F54}" dt="2026-08-14T19:56:59.331" v="6918"/>
          <ac:spMkLst>
            <pc:docMk/>
            <pc:sldMk cId="627517892" sldId="317"/>
            <ac:spMk id="16" creationId="{43485B22-AA46-DAC5-862F-844B1FAEFC9A}"/>
          </ac:spMkLst>
        </pc:spChg>
      </pc:sldChg>
      <pc:sldChg chg="modSp add mod">
        <pc:chgData name="Michael Hill" userId="41dba03d-e58d-4389-9894-554c10310ba4" providerId="ADAL" clId="{EF23FE1D-A042-481E-AFD7-2A9FB0847F54}" dt="2026-08-14T19:57:55.220" v="7017" actId="20577"/>
        <pc:sldMkLst>
          <pc:docMk/>
          <pc:sldMk cId="3918056586" sldId="318"/>
        </pc:sldMkLst>
        <pc:spChg chg="mod">
          <ac:chgData name="Michael Hill" userId="41dba03d-e58d-4389-9894-554c10310ba4" providerId="ADAL" clId="{EF23FE1D-A042-481E-AFD7-2A9FB0847F54}" dt="2026-08-14T19:57:55.220" v="7017" actId="20577"/>
          <ac:spMkLst>
            <pc:docMk/>
            <pc:sldMk cId="3918056586" sldId="318"/>
            <ac:spMk id="16" creationId="{36389C1C-7B00-1B01-6E11-BB5F9688E6DF}"/>
          </ac:spMkLst>
        </pc:spChg>
      </pc:sldChg>
      <pc:sldChg chg="modSp add mod">
        <pc:chgData name="Michael Hill" userId="41dba03d-e58d-4389-9894-554c10310ba4" providerId="ADAL" clId="{EF23FE1D-A042-481E-AFD7-2A9FB0847F54}" dt="2026-08-14T20:00:34.131" v="7582" actId="20577"/>
        <pc:sldMkLst>
          <pc:docMk/>
          <pc:sldMk cId="2883402745" sldId="319"/>
        </pc:sldMkLst>
        <pc:spChg chg="mod">
          <ac:chgData name="Michael Hill" userId="41dba03d-e58d-4389-9894-554c10310ba4" providerId="ADAL" clId="{EF23FE1D-A042-481E-AFD7-2A9FB0847F54}" dt="2026-08-14T19:58:10.219" v="7037" actId="14100"/>
          <ac:spMkLst>
            <pc:docMk/>
            <pc:sldMk cId="2883402745" sldId="319"/>
            <ac:spMk id="12" creationId="{29912C0E-9A9D-1B89-BA5D-76562D49B91B}"/>
          </ac:spMkLst>
        </pc:spChg>
        <pc:spChg chg="mod">
          <ac:chgData name="Michael Hill" userId="41dba03d-e58d-4389-9894-554c10310ba4" providerId="ADAL" clId="{EF23FE1D-A042-481E-AFD7-2A9FB0847F54}" dt="2026-08-14T19:58:12.460" v="7038" actId="1076"/>
          <ac:spMkLst>
            <pc:docMk/>
            <pc:sldMk cId="2883402745" sldId="319"/>
            <ac:spMk id="14" creationId="{59B109E7-FDB1-8546-0EB0-B5950F8F4A45}"/>
          </ac:spMkLst>
        </pc:spChg>
        <pc:spChg chg="mod">
          <ac:chgData name="Michael Hill" userId="41dba03d-e58d-4389-9894-554c10310ba4" providerId="ADAL" clId="{EF23FE1D-A042-481E-AFD7-2A9FB0847F54}" dt="2026-08-14T20:00:34.131" v="7582" actId="20577"/>
          <ac:spMkLst>
            <pc:docMk/>
            <pc:sldMk cId="2883402745" sldId="319"/>
            <ac:spMk id="16" creationId="{7BD56963-FE4C-E611-C30F-3EC68AE65F62}"/>
          </ac:spMkLst>
        </pc:spChg>
      </pc:sldChg>
      <pc:sldChg chg="modSp add mod">
        <pc:chgData name="Michael Hill" userId="41dba03d-e58d-4389-9894-554c10310ba4" providerId="ADAL" clId="{EF23FE1D-A042-481E-AFD7-2A9FB0847F54}" dt="2026-08-14T20:00:17.436" v="7530" actId="20577"/>
        <pc:sldMkLst>
          <pc:docMk/>
          <pc:sldMk cId="913790490" sldId="320"/>
        </pc:sldMkLst>
        <pc:spChg chg="mod">
          <ac:chgData name="Michael Hill" userId="41dba03d-e58d-4389-9894-554c10310ba4" providerId="ADAL" clId="{EF23FE1D-A042-481E-AFD7-2A9FB0847F54}" dt="2026-08-14T20:00:17.436" v="7530" actId="20577"/>
          <ac:spMkLst>
            <pc:docMk/>
            <pc:sldMk cId="913790490" sldId="320"/>
            <ac:spMk id="16" creationId="{43975C38-7A31-CA28-94AA-5C9322CE431F}"/>
          </ac:spMkLst>
        </pc:spChg>
      </pc:sldChg>
      <pc:sldChg chg="modSp add mod">
        <pc:chgData name="Michael Hill" userId="41dba03d-e58d-4389-9894-554c10310ba4" providerId="ADAL" clId="{EF23FE1D-A042-481E-AFD7-2A9FB0847F54}" dt="2026-08-14T20:02:35.086" v="8108" actId="20577"/>
        <pc:sldMkLst>
          <pc:docMk/>
          <pc:sldMk cId="3110449579" sldId="321"/>
        </pc:sldMkLst>
        <pc:spChg chg="mod">
          <ac:chgData name="Michael Hill" userId="41dba03d-e58d-4389-9894-554c10310ba4" providerId="ADAL" clId="{EF23FE1D-A042-481E-AFD7-2A9FB0847F54}" dt="2026-08-14T20:01:00.807" v="7596" actId="20577"/>
          <ac:spMkLst>
            <pc:docMk/>
            <pc:sldMk cId="3110449579" sldId="321"/>
            <ac:spMk id="12" creationId="{8D10118B-800E-0ABF-F00D-F63DDFF16B46}"/>
          </ac:spMkLst>
        </pc:spChg>
        <pc:spChg chg="mod">
          <ac:chgData name="Michael Hill" userId="41dba03d-e58d-4389-9894-554c10310ba4" providerId="ADAL" clId="{EF23FE1D-A042-481E-AFD7-2A9FB0847F54}" dt="2026-08-14T20:02:35.086" v="8108" actId="20577"/>
          <ac:spMkLst>
            <pc:docMk/>
            <pc:sldMk cId="3110449579" sldId="321"/>
            <ac:spMk id="16" creationId="{535E36A7-A71A-5068-1AE6-A0FE8E5C8B79}"/>
          </ac:spMkLst>
        </pc:spChg>
      </pc:sldChg>
      <pc:sldChg chg="modSp add mod">
        <pc:chgData name="Michael Hill" userId="41dba03d-e58d-4389-9894-554c10310ba4" providerId="ADAL" clId="{EF23FE1D-A042-481E-AFD7-2A9FB0847F54}" dt="2026-08-14T20:37:08.209" v="8458" actId="20577"/>
        <pc:sldMkLst>
          <pc:docMk/>
          <pc:sldMk cId="361663154" sldId="322"/>
        </pc:sldMkLst>
        <pc:spChg chg="mod">
          <ac:chgData name="Michael Hill" userId="41dba03d-e58d-4389-9894-554c10310ba4" providerId="ADAL" clId="{EF23FE1D-A042-481E-AFD7-2A9FB0847F54}" dt="2026-08-14T20:35:30.860" v="8270" actId="14100"/>
          <ac:spMkLst>
            <pc:docMk/>
            <pc:sldMk cId="361663154" sldId="322"/>
            <ac:spMk id="12" creationId="{8C70122B-97C0-A90D-82D6-02660BA26E22}"/>
          </ac:spMkLst>
        </pc:spChg>
        <pc:spChg chg="mod">
          <ac:chgData name="Michael Hill" userId="41dba03d-e58d-4389-9894-554c10310ba4" providerId="ADAL" clId="{EF23FE1D-A042-481E-AFD7-2A9FB0847F54}" dt="2026-08-14T20:35:32.929" v="8271" actId="1076"/>
          <ac:spMkLst>
            <pc:docMk/>
            <pc:sldMk cId="361663154" sldId="322"/>
            <ac:spMk id="14" creationId="{9D299DA7-D621-4329-3ECD-A0B360704E7D}"/>
          </ac:spMkLst>
        </pc:spChg>
        <pc:spChg chg="mod">
          <ac:chgData name="Michael Hill" userId="41dba03d-e58d-4389-9894-554c10310ba4" providerId="ADAL" clId="{EF23FE1D-A042-481E-AFD7-2A9FB0847F54}" dt="2026-08-14T20:37:08.209" v="8458" actId="20577"/>
          <ac:spMkLst>
            <pc:docMk/>
            <pc:sldMk cId="361663154" sldId="322"/>
            <ac:spMk id="16" creationId="{5245E91B-01BA-850A-5C5C-A72B91FD05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C81AF-4287-4F01-9F08-77875A926A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5E581-6110-479B-985D-8988DFE3C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63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49018" y="3934251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455321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CUT &amp; REBUILD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Today 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You Hand 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It Is Marked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Finding The Fix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Pick One Route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Work, In Order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Checklist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132267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Phones into The Holding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Laptops, Lab 1-11, your prototype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7F975-61E5-D917-C023-0A4370E209D0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1B7A6822-67B5-A3F9-3BEC-725C01C7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370" y="6146299"/>
            <a:ext cx="443738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ALABASTER ICELANDS 1 – POKEMON LEGENDS ARCEUS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56E8637F-7AAD-F28F-59BC-8E2EEFE097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26436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94480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TODAY 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make the fix you chose on Day 12, then you start building the digital version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Criterion C is already underway, and today, we continue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How much you get done today decides how much of a headless chicken you are later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28404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96448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YOU HAND IN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Update your design production plan to include the production timeline for the final version of the product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25 - today’s changes, with reasons, including which route you picked and why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26 - whatever exists of the artifact. A link, or screenshots, even if it is ugly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fix you chose on Day 12 should be actually made today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Neither folder slide has to be finished today, but I should be able to see changes to both of them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49484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17528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TODAY IS MARKED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Criterion C, strands ii, iii and iv. Nothing closes today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Strand ii is technical skill, judged on how complex the work is and how much help you needed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Strand iii is whether the thing works, and whether you followed the plan on folder slide 22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Asking me a question costs you nothing, but sitting stuck for twenty minutes costs you your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full scale is on your Criterion C rubric sheet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83357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51401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FINDING THE FIX IN YOUR NOTES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Take a few minutes to process your data from the playtest last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"It was confusing" is a complaint, but "Three of the four asked what the wildcard did" is data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Feel free to ask clarifying questions to the players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should already have one changed planned from last time, and that should be the first thing you modify about your game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469838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537882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PICK ONE ROUTE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Both are valid. Pick one, then write which route and why on folder slide 25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135870"/>
              </p:ext>
            </p:extLst>
          </p:nvPr>
        </p:nvGraphicFramePr>
        <p:xfrm>
          <a:off x="677333" y="2280000"/>
          <a:ext cx="10579947" cy="1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PRINT-AND-PLAY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BROWSER BUILD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Figma, Canva, even 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Scratch, or p5.js if you are feeling brave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Good 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your game is cards, tiles and a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your game needs hidden information or randomness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r>
                        <a:rPr lang="en-US" sz="1600" dirty="0"/>
                        <a:t>Difficulties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print margins. Test-print </a:t>
                      </a:r>
                      <a:r>
                        <a:rPr lang="en-US" sz="1600" b="1" dirty="0"/>
                        <a:t>one page</a:t>
                      </a:r>
                      <a:r>
                        <a:rPr lang="en-US" sz="1600" dirty="0"/>
                        <a:t> before you do forty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Making too much of a ‘video game’ and not a party game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20091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88136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EACH ROUTE NEEDS FROM YOU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Print-and-play: one PDF, page size set before you export, cards that survive printing at 100 per cent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Print one test page before you make forty or something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Browser build: it has to open from a link on somebody else’s machine, with no setup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Either way: the rules sheet goes with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Even a digital build should have a physical rules sheet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constraints still apply: 54 components, one page of rules, three minutes to teach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09617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77661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WHILE YOU ARE BUILDING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Make the fix from Day 12 first, before you change anything else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Update your production plan to include your steps for the final build over the next two days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Log every change on folder slide 25 as you go, not at the end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Screenshots onto folder slide 26 as you get them, even the ugly ones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Ask me things. It is, quite literally, what I am here for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What Is The White Rabbit Turning Clock Meme? Internet's Latest Viral ...">
            <a:extLst>
              <a:ext uri="{FF2B5EF4-FFF2-40B4-BE49-F238E27FC236}">
                <a16:creationId xmlns:a16="http://schemas.microsoft.com/office/drawing/2014/main" id="{DE459EB3-1612-F45C-03D1-B5F4E96CA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868" y="3650827"/>
            <a:ext cx="4048761" cy="242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14035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8207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GOES ON SLIDES 25 AND 26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25 - one row per change: the date, what changed, and why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Which route you picked and why is a row. So is the Day 12 fix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26 - the link if you have one, and screenshots either way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nothing works yet, screenshot the thing not working. That is still evidence you were here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FOLDER SLIDES 25 AND 26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91172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9216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WORK, IN ORDER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0:20 to 0:32 - make the Day 12 fix, before anything else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0:32 to 1:12 - build, in the route you picked, logging as you go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1:12 to 1:20 - folder slide 25 rows, and whatever exists onto folder slide 26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2179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0223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YOU MISSED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one is entirely doable alone. Nothing today needs the room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1. Read Lab 1-11 from Tuesday and make the fix you wrote in Q4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2. Pick print-and-play or browser, and write the choice and the reason on folder slide 25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3. Build. Log every change on folder slide 25 as you go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4. Screenshots onto folder slide 26, working or not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Come to the next lesson with a thing that opens. It does not have to be finished, it has to exist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0554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8598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CHECKLIST 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25 - today’s changes, with reasons. Including which route you picked and why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Folder slide 26 - whatever exists of the artifact. A link, or screenshots, even if it is ugly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nothing works yet, put up a screenshot of the thing not working. That is still evidence you were here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Next time: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Ship it. The artifact is finished, the changes log gets justified, and you write your own test plan for the second playtest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925</Words>
  <Application>Microsoft Office PowerPoint</Application>
  <PresentationFormat>Widescreen</PresentationFormat>
  <Paragraphs>88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8</cp:revision>
  <dcterms:created xsi:type="dcterms:W3CDTF">2026-08-13T18:52:07Z</dcterms:created>
  <dcterms:modified xsi:type="dcterms:W3CDTF">2026-09-25T19:27:53Z</dcterms:modified>
</cp:coreProperties>
</file>