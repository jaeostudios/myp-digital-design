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modSld">
      <pc:chgData name="Michael Hill" userId="41dba03d-e58d-4389-9894-554c10310ba4" providerId="ADAL" clId="{EF23FE1D-A042-481E-AFD7-2A9FB0847F54}" dt="2026-10-26T13:29:58.699" v="1306" actId="20577"/>
      <pc:docMkLst>
        <pc:docMk/>
      </pc:docMkLst>
      <pc:sldChg chg="modSp mod modAnim">
        <pc:chgData name="Michael Hill" userId="41dba03d-e58d-4389-9894-554c10310ba4" providerId="ADAL" clId="{EF23FE1D-A042-481E-AFD7-2A9FB0847F54}" dt="2026-10-26T13:29:58.699" v="1306" actId="20577"/>
        <pc:sldMkLst>
          <pc:docMk/>
          <pc:sldMk cId="3346394562" sldId="256"/>
        </pc:sldMkLst>
        <pc:spChg chg="mod">
          <ac:chgData name="Michael Hill" userId="41dba03d-e58d-4389-9894-554c10310ba4" providerId="ADAL" clId="{EF23FE1D-A042-481E-AFD7-2A9FB0847F54}" dt="2026-10-22T15:34:33.747" v="0" actId="14100"/>
          <ac:spMkLst>
            <pc:docMk/>
            <pc:sldMk cId="3346394562" sldId="256"/>
            <ac:spMk id="12" creationId="{019215A8-6C2C-22D9-03C2-41E38104D972}"/>
          </ac:spMkLst>
        </pc:spChg>
        <pc:spChg chg="mod">
          <ac:chgData name="Michael Hill" userId="41dba03d-e58d-4389-9894-554c10310ba4" providerId="ADAL" clId="{EF23FE1D-A042-481E-AFD7-2A9FB0847F54}" dt="2026-10-26T13:29:58.699" v="1306" actId="20577"/>
          <ac:spMkLst>
            <pc:docMk/>
            <pc:sldMk cId="3346394562" sldId="256"/>
            <ac:spMk id="25" creationId="{76BB1E97-9746-97B6-FA11-641333A2EC2E}"/>
          </ac:spMkLst>
        </pc:spChg>
        <pc:cxnChg chg="mod">
          <ac:chgData name="Michael Hill" userId="41dba03d-e58d-4389-9894-554c10310ba4" providerId="ADAL" clId="{EF23FE1D-A042-481E-AFD7-2A9FB0847F54}" dt="2026-10-26T13:29:57.998" v="1304" actId="1076"/>
          <ac:cxnSpMkLst>
            <pc:docMk/>
            <pc:sldMk cId="3346394562" sldId="256"/>
            <ac:cxnSpMk id="32" creationId="{184BFF6B-CD7D-43AB-C049-4D6FC7CD133B}"/>
          </ac:cxnSpMkLst>
        </pc:cxnChg>
      </pc:sldChg>
      <pc:sldChg chg="modSp mod">
        <pc:chgData name="Michael Hill" userId="41dba03d-e58d-4389-9894-554c10310ba4" providerId="ADAL" clId="{EF23FE1D-A042-481E-AFD7-2A9FB0847F54}" dt="2026-10-26T13:29:57.844" v="1303" actId="20577"/>
        <pc:sldMkLst>
          <pc:docMk/>
          <pc:sldMk cId="1014300967" sldId="257"/>
        </pc:sldMkLst>
        <pc:spChg chg="mod">
          <ac:chgData name="Michael Hill" userId="41dba03d-e58d-4389-9894-554c10310ba4" providerId="ADAL" clId="{EF23FE1D-A042-481E-AFD7-2A9FB0847F54}" dt="2026-10-26T13:29:57.844" v="1303" actId="20577"/>
          <ac:spMkLst>
            <pc:docMk/>
            <pc:sldMk cId="1014300967" sldId="257"/>
            <ac:spMk id="15" creationId="{0EEEEA62-E5FD-DE36-D59E-CF3D95E3AD86}"/>
          </ac:spMkLst>
        </pc:spChg>
      </pc:sldChg>
      <pc:sldChg chg="modSp mod">
        <pc:chgData name="Michael Hill" userId="41dba03d-e58d-4389-9894-554c10310ba4" providerId="ADAL" clId="{EF23FE1D-A042-481E-AFD7-2A9FB0847F54}" dt="2026-10-26T13:29:57.665" v="1302" actId="20577"/>
        <pc:sldMkLst>
          <pc:docMk/>
          <pc:sldMk cId="1322008569" sldId="258"/>
        </pc:sldMkLst>
        <pc:spChg chg="mod">
          <ac:chgData name="Michael Hill" userId="41dba03d-e58d-4389-9894-554c10310ba4" providerId="ADAL" clId="{EF23FE1D-A042-481E-AFD7-2A9FB0847F54}" dt="2026-10-26T13:29:57.665" v="1302" actId="20577"/>
          <ac:spMkLst>
            <pc:docMk/>
            <pc:sldMk cId="1322008569" sldId="258"/>
            <ac:spMk id="15" creationId="{B4217569-8B31-98D6-5997-110746733932}"/>
          </ac:spMkLst>
        </pc:spChg>
      </pc:sldChg>
      <pc:sldChg chg="modSp mod modNotesTx">
        <pc:chgData name="Michael Hill" userId="41dba03d-e58d-4389-9894-554c10310ba4" providerId="ADAL" clId="{EF23FE1D-A042-481E-AFD7-2A9FB0847F54}" dt="2026-10-26T13:29:57.507" v="1301" actId="20577"/>
        <pc:sldMkLst>
          <pc:docMk/>
          <pc:sldMk cId="2192650716" sldId="259"/>
        </pc:sldMkLst>
        <pc:spChg chg="mod">
          <ac:chgData name="Michael Hill" userId="41dba03d-e58d-4389-9894-554c10310ba4" providerId="ADAL" clId="{EF23FE1D-A042-481E-AFD7-2A9FB0847F54}" dt="2026-10-22T19:32:04.747" v="64" actId="14100"/>
          <ac:spMkLst>
            <pc:docMk/>
            <pc:sldMk cId="2192650716" sldId="259"/>
            <ac:spMk id="12" creationId="{9618C01C-80A1-AC3B-A909-471A11C86B0F}"/>
          </ac:spMkLst>
        </pc:spChg>
        <pc:spChg chg="mod">
          <ac:chgData name="Michael Hill" userId="41dba03d-e58d-4389-9894-554c10310ba4" providerId="ADAL" clId="{EF23FE1D-A042-481E-AFD7-2A9FB0847F54}" dt="2026-10-22T19:32:10.333" v="66" actId="1076"/>
          <ac:spMkLst>
            <pc:docMk/>
            <pc:sldMk cId="2192650716" sldId="259"/>
            <ac:spMk id="14" creationId="{3C1D1EE2-7173-C1ED-78B3-B7B0D78B3F5D}"/>
          </ac:spMkLst>
        </pc:spChg>
        <pc:spChg chg="mod">
          <ac:chgData name="Michael Hill" userId="41dba03d-e58d-4389-9894-554c10310ba4" providerId="ADAL" clId="{EF23FE1D-A042-481E-AFD7-2A9FB0847F54}" dt="2026-10-26T13:29:57.507" v="1301" actId="20577"/>
          <ac:spMkLst>
            <pc:docMk/>
            <pc:sldMk cId="2192650716" sldId="259"/>
            <ac:spMk id="16" creationId="{104F567A-E19C-74A7-B049-CF176EB9CF80}"/>
          </ac:spMkLst>
        </pc:spChg>
        <pc:spChg chg="mod">
          <ac:chgData name="Michael Hill" userId="41dba03d-e58d-4389-9894-554c10310ba4" providerId="ADAL" clId="{EF23FE1D-A042-481E-AFD7-2A9FB0847F54}" dt="2026-10-26T13:29:57.353" v="1300" actId="20577"/>
          <ac:spMkLst>
            <pc:docMk/>
            <pc:sldMk cId="2192650716" sldId="259"/>
            <ac:spMk id="80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10-22T19:38:17.028" v="532" actId="20577"/>
        <pc:sldMkLst>
          <pc:docMk/>
          <pc:sldMk cId="2192650716" sldId="260"/>
        </pc:sldMkLst>
        <pc:spChg chg="mod">
          <ac:chgData name="Michael Hill" userId="41dba03d-e58d-4389-9894-554c10310ba4" providerId="ADAL" clId="{EF23FE1D-A042-481E-AFD7-2A9FB0847F54}" dt="2026-10-22T19:34:31.053" v="311" actId="14100"/>
          <ac:spMkLst>
            <pc:docMk/>
            <pc:sldMk cId="2192650716" sldId="260"/>
            <ac:spMk id="12" creationId="{9618C01C-80A1-AC3B-A909-471A11C86B0F}"/>
          </ac:spMkLst>
        </pc:spChg>
        <pc:spChg chg="mod">
          <ac:chgData name="Michael Hill" userId="41dba03d-e58d-4389-9894-554c10310ba4" providerId="ADAL" clId="{EF23FE1D-A042-481E-AFD7-2A9FB0847F54}" dt="2026-10-22T19:34:34.695" v="312" actId="1076"/>
          <ac:spMkLst>
            <pc:docMk/>
            <pc:sldMk cId="2192650716" sldId="260"/>
            <ac:spMk id="14" creationId="{3C1D1EE2-7173-C1ED-78B3-B7B0D78B3F5D}"/>
          </ac:spMkLst>
        </pc:spChg>
        <pc:spChg chg="mod">
          <ac:chgData name="Michael Hill" userId="41dba03d-e58d-4389-9894-554c10310ba4" providerId="ADAL" clId="{EF23FE1D-A042-481E-AFD7-2A9FB0847F54}" dt="2026-10-22T19:38:17.028" v="532" actId="20577"/>
          <ac:spMkLst>
            <pc:docMk/>
            <pc:sldMk cId="2192650716" sldId="260"/>
            <ac:spMk id="16" creationId="{104F567A-E19C-74A7-B049-CF176EB9CF80}"/>
          </ac:spMkLst>
        </pc:spChg>
      </pc:sldChg>
      <pc:sldChg chg="addSp delSp modSp mod delAnim modAnim">
        <pc:chgData name="Michael Hill" userId="41dba03d-e58d-4389-9894-554c10310ba4" providerId="ADAL" clId="{EF23FE1D-A042-481E-AFD7-2A9FB0847F54}" dt="2026-10-22T19:39:02.837" v="601" actId="20577"/>
        <pc:sldMkLst>
          <pc:docMk/>
          <pc:sldMk cId="2192650716" sldId="261"/>
        </pc:sldMkLst>
        <pc:spChg chg="add mod">
          <ac:chgData name="Michael Hill" userId="41dba03d-e58d-4389-9894-554c10310ba4" providerId="ADAL" clId="{EF23FE1D-A042-481E-AFD7-2A9FB0847F54}" dt="2026-10-22T19:38:29.311" v="535"/>
          <ac:spMkLst>
            <pc:docMk/>
            <pc:sldMk cId="2192650716" sldId="261"/>
            <ac:spMk id="2" creationId="{26F35B7B-6E80-DF58-1455-5D047C53C98D}"/>
          </ac:spMkLst>
        </pc:spChg>
        <pc:spChg chg="add mod">
          <ac:chgData name="Michael Hill" userId="41dba03d-e58d-4389-9894-554c10310ba4" providerId="ADAL" clId="{EF23FE1D-A042-481E-AFD7-2A9FB0847F54}" dt="2026-10-22T19:38:29.311" v="535"/>
          <ac:spMkLst>
            <pc:docMk/>
            <pc:sldMk cId="2192650716" sldId="261"/>
            <ac:spMk id="4" creationId="{261DF955-F9E8-3230-1A4A-84FB7549B07F}"/>
          </ac:spMkLst>
        </pc:spChg>
        <pc:spChg chg="mod">
          <ac:chgData name="Michael Hill" userId="41dba03d-e58d-4389-9894-554c10310ba4" providerId="ADAL" clId="{EF23FE1D-A042-481E-AFD7-2A9FB0847F54}" dt="2026-10-22T19:39:02.837" v="601" actId="20577"/>
          <ac:spMkLst>
            <pc:docMk/>
            <pc:sldMk cId="2192650716" sldId="261"/>
            <ac:spMk id="16" creationId="{104F567A-E19C-74A7-B049-CF176EB9CF80}"/>
          </ac:spMkLst>
        </pc:spChg>
      </pc:sldChg>
      <pc:sldChg chg="addSp delSp modSp mod delAnim modAnim">
        <pc:chgData name="Michael Hill" userId="41dba03d-e58d-4389-9894-554c10310ba4" providerId="ADAL" clId="{EF23FE1D-A042-481E-AFD7-2A9FB0847F54}" dt="2026-10-22T19:42:14.864" v="725" actId="20577"/>
        <pc:sldMkLst>
          <pc:docMk/>
          <pc:sldMk cId="2192650716" sldId="262"/>
        </pc:sldMkLst>
        <pc:spChg chg="add mod">
          <ac:chgData name="Michael Hill" userId="41dba03d-e58d-4389-9894-554c10310ba4" providerId="ADAL" clId="{EF23FE1D-A042-481E-AFD7-2A9FB0847F54}" dt="2026-10-22T19:39:15.550" v="605"/>
          <ac:spMkLst>
            <pc:docMk/>
            <pc:sldMk cId="2192650716" sldId="262"/>
            <ac:spMk id="2" creationId="{7EC6D46E-2DF4-FDDD-DF46-241CB3BD71CA}"/>
          </ac:spMkLst>
        </pc:spChg>
        <pc:spChg chg="add mod">
          <ac:chgData name="Michael Hill" userId="41dba03d-e58d-4389-9894-554c10310ba4" providerId="ADAL" clId="{EF23FE1D-A042-481E-AFD7-2A9FB0847F54}" dt="2026-10-22T19:39:15.550" v="605"/>
          <ac:spMkLst>
            <pc:docMk/>
            <pc:sldMk cId="2192650716" sldId="262"/>
            <ac:spMk id="4" creationId="{DFFB9BA8-4C23-7DFA-2CA5-5686472D3C89}"/>
          </ac:spMkLst>
        </pc:spChg>
        <pc:spChg chg="mod">
          <ac:chgData name="Michael Hill" userId="41dba03d-e58d-4389-9894-554c10310ba4" providerId="ADAL" clId="{EF23FE1D-A042-481E-AFD7-2A9FB0847F54}" dt="2026-10-22T19:42:14.864" v="725" actId="20577"/>
          <ac:spMkLst>
            <pc:docMk/>
            <pc:sldMk cId="2192650716" sldId="262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2T19:53:44.061" v="733" actId="20577"/>
        <pc:sldMkLst>
          <pc:docMk/>
          <pc:sldMk cId="2192650716" sldId="263"/>
        </pc:sldMkLst>
        <pc:spChg chg="mod">
          <ac:chgData name="Michael Hill" userId="41dba03d-e58d-4389-9894-554c10310ba4" providerId="ADAL" clId="{EF23FE1D-A042-481E-AFD7-2A9FB0847F54}" dt="2026-10-22T19:53:44.061" v="733" actId="20577"/>
          <ac:spMkLst>
            <pc:docMk/>
            <pc:sldMk cId="2192650716" sldId="263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2T20:02:53.614" v="819" actId="20577"/>
        <pc:sldMkLst>
          <pc:docMk/>
          <pc:sldMk cId="2192650716" sldId="264"/>
        </pc:sldMkLst>
        <pc:spChg chg="mod">
          <ac:chgData name="Michael Hill" userId="41dba03d-e58d-4389-9894-554c10310ba4" providerId="ADAL" clId="{EF23FE1D-A042-481E-AFD7-2A9FB0847F54}" dt="2026-10-22T20:02:05.034" v="779" actId="14100"/>
          <ac:spMkLst>
            <pc:docMk/>
            <pc:sldMk cId="2192650716" sldId="264"/>
            <ac:spMk id="12" creationId="{9618C01C-80A1-AC3B-A909-471A11C86B0F}"/>
          </ac:spMkLst>
        </pc:spChg>
        <pc:spChg chg="mod">
          <ac:chgData name="Michael Hill" userId="41dba03d-e58d-4389-9894-554c10310ba4" providerId="ADAL" clId="{EF23FE1D-A042-481E-AFD7-2A9FB0847F54}" dt="2026-10-22T20:02:08.871" v="780" actId="1076"/>
          <ac:spMkLst>
            <pc:docMk/>
            <pc:sldMk cId="2192650716" sldId="264"/>
            <ac:spMk id="14" creationId="{3C1D1EE2-7173-C1ED-78B3-B7B0D78B3F5D}"/>
          </ac:spMkLst>
        </pc:spChg>
        <pc:spChg chg="mod">
          <ac:chgData name="Michael Hill" userId="41dba03d-e58d-4389-9894-554c10310ba4" providerId="ADAL" clId="{EF23FE1D-A042-481E-AFD7-2A9FB0847F54}" dt="2026-10-22T20:02:53.614" v="819" actId="20577"/>
          <ac:spMkLst>
            <pc:docMk/>
            <pc:sldMk cId="2192650716" sldId="264"/>
            <ac:spMk id="16" creationId="{104F567A-E19C-74A7-B049-CF176EB9CF80}"/>
          </ac:spMkLst>
        </pc:spChg>
        <pc:spChg chg="mod">
          <ac:chgData name="Michael Hill" userId="41dba03d-e58d-4389-9894-554c10310ba4" providerId="ADAL" clId="{EF23FE1D-A042-481E-AFD7-2A9FB0847F54}" dt="2026-10-22T19:53:48.898" v="734" actId="14100"/>
          <ac:spMkLst>
            <pc:docMk/>
            <pc:sldMk cId="2192650716" sldId="264"/>
            <ac:spMk id="809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10-22T20:03:49.832" v="972" actId="20577"/>
        <pc:sldMkLst>
          <pc:docMk/>
          <pc:sldMk cId="2192650716" sldId="265"/>
        </pc:sldMkLst>
        <pc:spChg chg="mod">
          <ac:chgData name="Michael Hill" userId="41dba03d-e58d-4389-9894-554c10310ba4" providerId="ADAL" clId="{EF23FE1D-A042-481E-AFD7-2A9FB0847F54}" dt="2026-10-22T20:03:00.888" v="820" actId="14100"/>
          <ac:spMkLst>
            <pc:docMk/>
            <pc:sldMk cId="2192650716" sldId="265"/>
            <ac:spMk id="12" creationId="{9618C01C-80A1-AC3B-A909-471A11C86B0F}"/>
          </ac:spMkLst>
        </pc:spChg>
        <pc:spChg chg="mod">
          <ac:chgData name="Michael Hill" userId="41dba03d-e58d-4389-9894-554c10310ba4" providerId="ADAL" clId="{EF23FE1D-A042-481E-AFD7-2A9FB0847F54}" dt="2026-10-22T20:03:03.780" v="821" actId="1076"/>
          <ac:spMkLst>
            <pc:docMk/>
            <pc:sldMk cId="2192650716" sldId="265"/>
            <ac:spMk id="14" creationId="{3C1D1EE2-7173-C1ED-78B3-B7B0D78B3F5D}"/>
          </ac:spMkLst>
        </pc:spChg>
        <pc:spChg chg="mod">
          <ac:chgData name="Michael Hill" userId="41dba03d-e58d-4389-9894-554c10310ba4" providerId="ADAL" clId="{EF23FE1D-A042-481E-AFD7-2A9FB0847F54}" dt="2026-10-22T20:03:49.832" v="972" actId="20577"/>
          <ac:spMkLst>
            <pc:docMk/>
            <pc:sldMk cId="2192650716" sldId="265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2T20:04:14.775" v="1036" actId="20577"/>
        <pc:sldMkLst>
          <pc:docMk/>
          <pc:sldMk cId="2192650716" sldId="266"/>
        </pc:sldMkLst>
        <pc:spChg chg="mod">
          <ac:chgData name="Michael Hill" userId="41dba03d-e58d-4389-9894-554c10310ba4" providerId="ADAL" clId="{EF23FE1D-A042-481E-AFD7-2A9FB0847F54}" dt="2026-10-22T20:04:14.775" v="1036" actId="20577"/>
          <ac:spMkLst>
            <pc:docMk/>
            <pc:sldMk cId="2192650716" sldId="266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2T20:04:56.154" v="1137" actId="20577"/>
        <pc:sldMkLst>
          <pc:docMk/>
          <pc:sldMk cId="2192650716" sldId="267"/>
        </pc:sldMkLst>
        <pc:spChg chg="mod">
          <ac:chgData name="Michael Hill" userId="41dba03d-e58d-4389-9894-554c10310ba4" providerId="ADAL" clId="{EF23FE1D-A042-481E-AFD7-2A9FB0847F54}" dt="2026-10-22T20:04:56.154" v="1137" actId="20577"/>
          <ac:spMkLst>
            <pc:docMk/>
            <pc:sldMk cId="2192650716" sldId="267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2T20:05:27.984" v="1220" actId="20577"/>
        <pc:sldMkLst>
          <pc:docMk/>
          <pc:sldMk cId="2192650716" sldId="268"/>
        </pc:sldMkLst>
        <pc:spChg chg="mod">
          <ac:chgData name="Michael Hill" userId="41dba03d-e58d-4389-9894-554c10310ba4" providerId="ADAL" clId="{EF23FE1D-A042-481E-AFD7-2A9FB0847F54}" dt="2026-10-22T20:05:27.984" v="1220" actId="20577"/>
          <ac:spMkLst>
            <pc:docMk/>
            <pc:sldMk cId="2192650716" sldId="268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2T20:06:00.609" v="1273" actId="20577"/>
        <pc:sldMkLst>
          <pc:docMk/>
          <pc:sldMk cId="2192650716" sldId="269"/>
        </pc:sldMkLst>
        <pc:spChg chg="mod">
          <ac:chgData name="Michael Hill" userId="41dba03d-e58d-4389-9894-554c10310ba4" providerId="ADAL" clId="{EF23FE1D-A042-481E-AFD7-2A9FB0847F54}" dt="2026-10-22T20:05:39.704" v="1250" actId="20577"/>
          <ac:spMkLst>
            <pc:docMk/>
            <pc:sldMk cId="2192650716" sldId="269"/>
            <ac:spMk id="12" creationId="{9618C01C-80A1-AC3B-A909-471A11C86B0F}"/>
          </ac:spMkLst>
        </pc:spChg>
        <pc:spChg chg="mod">
          <ac:chgData name="Michael Hill" userId="41dba03d-e58d-4389-9894-554c10310ba4" providerId="ADAL" clId="{EF23FE1D-A042-481E-AFD7-2A9FB0847F54}" dt="2026-10-22T20:06:00.609" v="1273" actId="20577"/>
          <ac:spMkLst>
            <pc:docMk/>
            <pc:sldMk cId="2192650716" sldId="269"/>
            <ac:spMk id="16" creationId="{104F567A-E19C-74A7-B049-CF176EB9CF80}"/>
          </ac:spMkLst>
        </pc:spChg>
      </pc:sldChg>
      <pc:sldChg chg="modSp add mod">
        <pc:chgData name="Michael Hill" userId="41dba03d-e58d-4389-9894-554c10310ba4" providerId="ADAL" clId="{EF23FE1D-A042-481E-AFD7-2A9FB0847F54}" dt="2026-10-22T19:39:06.153" v="602" actId="20577"/>
        <pc:sldMkLst>
          <pc:docMk/>
          <pc:sldMk cId="1059575896" sldId="271"/>
        </pc:sldMkLst>
        <pc:spChg chg="mod">
          <ac:chgData name="Michael Hill" userId="41dba03d-e58d-4389-9894-554c10310ba4" providerId="ADAL" clId="{EF23FE1D-A042-481E-AFD7-2A9FB0847F54}" dt="2026-10-22T19:39:06.153" v="602" actId="20577"/>
          <ac:spMkLst>
            <pc:docMk/>
            <pc:sldMk cId="1059575896" sldId="271"/>
            <ac:spMk id="16" creationId="{F35C0B81-CDB1-ACA6-0289-66A16D9E9A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8AE4F-EF52-4E9D-9FB8-919EC649769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DDB7A-172D-4097-A132-12C8EB78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6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They have done this before, on paper, in September.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Thirty seconds each. Do not reteach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it. Then say nothing and let the cursor sit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them read the NameError before you say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C4F19-AF03-680E-DAE0-85111EC42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4ADA2-CAD6-F80B-5D59-018DE7B32D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CA424A-03F5-7456-6372-38083B3BE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them read the NameError before you say anything.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4AE92-65D2-F6AA-F649-B78AEE42F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56195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at the = and say it is doing yesterday's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It's on their lab. Give them the quiet to read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Stop presenting and walk. Skill check 3 will bring somebody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Don't fix it today. Tuesday is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94738" y="4295608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2301362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94751" y="-221055"/>
            <a:ext cx="2593271" cy="2593271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Warm Up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Quick Review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A Program That Waits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Appears On Screen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How To Use Input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Your Turn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Two Numbers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Before You Leave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5"/>
            <a:ext cx="6016298" cy="162442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Laptops open, Lab 2-3 downloaded, before I start talking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BUILT TO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EB55A-2652-CCF0-91B1-8B395B1FD54C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  <a:alpha val="0"/>
                </a:schemeClr>
              </a:gs>
              <a:gs pos="100000">
                <a:schemeClr val="accent3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028EDC04-C674-08DB-F001-E8BAEBD2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</a:rPr>
              <a:t>FILE SELECT - SUPER MARIO 64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9AA8D88A-8935-C243-7C92-FEB5E17C70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36B0C-A06D-A528-1192-A7867336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85A45DB-3642-2641-2ABF-8A902B3ADA9B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D23AC3-1E13-8715-EC1A-E04E2C9D8470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37DF90-A476-1B33-DB9A-6D67B11AC9C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900F3-015F-7761-7947-8847E9D1E560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EEEA62-E5FD-DE36-D59E-CF3D95E3AD86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SET name TO "Ana"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SET name TO "Ben"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SHOW name, name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What appears on screen?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63DB81-B172-FD92-7344-0A9DBC44081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8F628373-9FCF-09F8-A7B6-607C014513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C52FBF9-2C25-8FCB-563A-242A0F1AC2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0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629B9-CF2C-5C11-7469-ADD4915E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2D2F265E-120A-FEDA-8C40-62A0BFC0E45D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160A85-F895-FC49-8E36-8197E5B8A98E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1F7D05-D0E2-B437-9792-7B4CC9361CA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B23F663-A07C-CE23-B2C6-C4BA17EE7206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17569-8B31-98D6-5997-110746733932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Answer: </a:t>
            </a:r>
            <a:r>
              <a:rPr lang="en-US" sz="2400" dirty="0"/>
              <a:t>Ben </a:t>
            </a:r>
            <a:r>
              <a:rPr lang="en-US" sz="2400" dirty="0" err="1"/>
              <a:t>Ben</a:t>
            </a:r>
            <a:endParaRPr lang="en-US" sz="2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Line 2 put Ben into the same variable, so Ana is gone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comma shows both values with a space between them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Both of them are name, which can only hold one value, so it prints twice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0C7B7C-76D4-FDAC-7DED-BB7E3B933B5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1288AF76-4E7B-FF09-368F-27BF85DB59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29CD9DD-0177-4886-96FD-4C4444BDA7C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0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64165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5" y="93525"/>
            <a:ext cx="432249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QUICK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Remember to create comments to separate sections of your program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They describe what each section of your code does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can do a block comment with three double quotes before and after the section you want to comment out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MAKE THE VARIABLES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CHANGE THEIR VALUES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SHOW THEIR VALUES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54944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23028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A PROGRAM THAT WAITS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 far, our programs have been identical with each run, but input allows us to have variance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input</a:t>
            </a:r>
            <a:r>
              <a:rPr lang="en-US" sz="2400" dirty="0"/>
              <a:t> prints a question, then freezes the program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Nothing after this line runs until you type a response and press Enter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Create a new file and test this code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5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"What is your name?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 where did your response go?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It went into the void because nothing is catching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Add the second line and run it again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"What is your name?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(name)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6F35B7B-6E80-DF58-1455-5D047C53C98D}"/>
              </a:ext>
            </a:extLst>
          </p:cNvPr>
          <p:cNvSpPr/>
          <p:nvPr/>
        </p:nvSpPr>
        <p:spPr>
          <a:xfrm>
            <a:off x="654944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1DF955-F9E8-3230-1A4A-84FB7549B07F}"/>
              </a:ext>
            </a:extLst>
          </p:cNvPr>
          <p:cNvSpPr/>
          <p:nvPr/>
        </p:nvSpPr>
        <p:spPr>
          <a:xfrm>
            <a:off x="112344" y="93525"/>
            <a:ext cx="723028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A PROGRAM THAT WAITS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27DD57-2310-A736-7AF6-8D7F1A42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3DB139-9E87-1F0C-317F-3DE62A196667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8B36E4-696F-1609-208E-BB2BA9766832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35C0B81-CDB1-ACA6-0289-66A16D9E9AA3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NameError</a:t>
            </a:r>
            <a:r>
              <a:rPr lang="en-US" sz="2400" dirty="0"/>
              <a:t>, same as yesterday. Python has never heard of name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84E64F-2F34-FE65-C46A-93B739387EB4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Rectangle 1">
            <a:extLst>
              <a:ext uri="{FF2B5EF4-FFF2-40B4-BE49-F238E27FC236}">
                <a16:creationId xmlns:a16="http://schemas.microsoft.com/office/drawing/2014/main" id="{8D20F4DD-F12E-EDC5-BE7F-C1F805B2FC3D}"/>
              </a:ext>
            </a:extLst>
          </p:cNvPr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"What is your name?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(name)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9B8D2F9-2016-47D2-AFBF-E0EC7C2F9DEF}"/>
              </a:ext>
            </a:extLst>
          </p:cNvPr>
          <p:cNvSpPr/>
          <p:nvPr/>
        </p:nvSpPr>
        <p:spPr>
          <a:xfrm>
            <a:off x="654944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489B05-A5FE-4D7F-239D-3E80A48B7401}"/>
              </a:ext>
            </a:extLst>
          </p:cNvPr>
          <p:cNvSpPr/>
          <p:nvPr/>
        </p:nvSpPr>
        <p:spPr>
          <a:xfrm>
            <a:off x="112344" y="93525"/>
            <a:ext cx="723028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A PROGRAM THAT WAITS</a:t>
            </a:r>
          </a:p>
        </p:txBody>
      </p:sp>
    </p:spTree>
    <p:extLst>
      <p:ext uri="{BB962C8B-B14F-4D97-AF65-F5344CB8AC3E}">
        <p14:creationId xmlns:p14="http://schemas.microsoft.com/office/powerpoint/2010/main" val="105957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Store the answer in a variable and it will be stored into memory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= assigns what you type in to the variable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7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"What is your name?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"Hello,"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name)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EC6D46E-2DF4-FDDD-DF46-241CB3BD71CA}"/>
              </a:ext>
            </a:extLst>
          </p:cNvPr>
          <p:cNvSpPr/>
          <p:nvPr/>
        </p:nvSpPr>
        <p:spPr>
          <a:xfrm>
            <a:off x="654944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FB9BA8-4C23-7DFA-2CA5-5686472D3C89}"/>
              </a:ext>
            </a:extLst>
          </p:cNvPr>
          <p:cNvSpPr/>
          <p:nvPr/>
        </p:nvSpPr>
        <p:spPr>
          <a:xfrm>
            <a:off x="112344" y="93525"/>
            <a:ext cx="723028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A PROGRAM THAT WAITS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62279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29944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APPEARS ON SCREEN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Here are six lines. Somebody runs them, types Ana, then types Ben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Write down everything that shows up on screen, in order. Questions count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Line 1 is a comment. Python skips it, and we start every skill check with one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Work it out BEFORE you touch the keyboard. Run it after to check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2-3 SKILL CHECK 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8" name="Rectangle 1"/>
          <p:cNvSpPr/>
          <p:nvPr/>
        </p:nvSpPr>
        <p:spPr>
          <a:xfrm>
            <a:off x="594360" y="4250000"/>
            <a:ext cx="11000232" cy="2430000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SKILL CHECK 1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"Starting"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name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"Name? 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"Hello,"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name)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name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"Name again? 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"Hello,"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name)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94924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63008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TO USE INPUT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6"/>
            <a:ext cx="11116415" cy="187984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Read this one on your lab. Do not type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value still ends up in a variable. This time the ‘user’ of the program uses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comments say what each group of lines does. Python skips them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Rectangle 1"/>
          <p:cNvSpPr/>
          <p:nvPr/>
        </p:nvSpPr>
        <p:spPr>
          <a:xfrm>
            <a:off x="594360" y="3815920"/>
            <a:ext cx="11000232" cy="2874079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ask two questions and store each answer in a variable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"What is your name? 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game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"What game are you playing? 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print both answers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"Hello,"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name)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(name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"is playing"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game)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058971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73981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TO USE INPUT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questions get asked one after the other. The second one waits for the first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Notice the space after each question mark. Without it, your answer is right up against the 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question inside the parentheses is a </a:t>
            </a:r>
            <a:r>
              <a:rPr lang="en-US" sz="2400" b="1" i="1" dirty="0">
                <a:solidFill>
                  <a:srgbClr val="FF66C4"/>
                </a:solidFill>
              </a:rPr>
              <a:t>string</a:t>
            </a:r>
            <a:r>
              <a:rPr lang="en-US" sz="2400" dirty="0"/>
              <a:t>. It is the </a:t>
            </a:r>
            <a:r>
              <a:rPr lang="en-US" sz="2400" b="1" i="1" dirty="0">
                <a:solidFill>
                  <a:srgbClr val="FF66C4"/>
                </a:solidFill>
              </a:rPr>
              <a:t>argument</a:t>
            </a:r>
            <a:r>
              <a:rPr lang="en-US" sz="2400" dirty="0"/>
              <a:t> we hand to input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Our last two lines use commas, same as yesterday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Each skill is separated by a comment, and you can comment the previous one out, once it’s completed and copy/pasted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41071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087367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TURN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Write three short programs, separating each with a labelled comment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Like # SKILL CHECK 2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Try to work out what each one prints BEFORE you run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2-3 SKILL CHECKS 2, 3 AND 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41071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087367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TURN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Now write an ‘asker’ program of your own, with three questions and three variables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Then print one line that uses all three answers, commas between them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Write questions a stranger could answer.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‘Enter thing:’ tells nobody anything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Start it with # SKILL CHECK 5, like your previous checks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2-3 SKILL CHECK 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47141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148071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TWO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Type these three lines and run them. Answer 3, then 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Before you press Enter the second time, write down the number you expect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Then compare it to what comes out. Why don’t the two line up?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2-3 PART 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3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first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"A number: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second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"Another number: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(first + second)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94359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620255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STRINGS VS INTEGERS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 here is the problem. Whatever we type, input hands it back as </a:t>
            </a:r>
            <a:r>
              <a:rPr lang="en-US" sz="2400" b="1" i="1" dirty="0">
                <a:solidFill>
                  <a:srgbClr val="FF66C4"/>
                </a:solidFill>
              </a:rPr>
              <a:t>text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That holds even when we typed an integer, which is why 3 and 5 gave us 35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Save your lab as Surname_Lab2-3 and upload it to ManageBac, finished or not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Answer the last question at the bottom. You may NOT use the word input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81227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488935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VOCAB TO REMEMBER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Input</a:t>
            </a:r>
            <a:r>
              <a:rPr lang="en-US" sz="2400" dirty="0"/>
              <a:t> prints a question, waits for an answer, and hands back what was typed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Argument</a:t>
            </a:r>
            <a:r>
              <a:rPr lang="en-US" sz="2400" dirty="0"/>
              <a:t> is the thing we hand a function to work on. It sits inside the parentheses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String</a:t>
            </a:r>
            <a:r>
              <a:rPr lang="en-US" sz="2400" dirty="0"/>
              <a:t> means text, and it is always inside quotation marks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All three are on your vocabulary sheet, in the Days 19 to 21 block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1088</Words>
  <Application>Microsoft Office PowerPoint</Application>
  <PresentationFormat>Widescreen</PresentationFormat>
  <Paragraphs>107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Bahnschrift</vt:lpstr>
      <vt:lpstr>Calibri</vt:lpstr>
      <vt:lpstr>Cascadia Code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8</cp:revision>
  <dcterms:created xsi:type="dcterms:W3CDTF">2026-08-13T18:52:07Z</dcterms:created>
  <dcterms:modified xsi:type="dcterms:W3CDTF">2026-10-26T13:30:00Z</dcterms:modified>
</cp:coreProperties>
</file>