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32D6A2-2A5F-43BA-B4FE-95358FD4A5E4}" v="1" dt="2026-09-30T15:14:02.9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2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">
      <pc:chgData name="Michael Hill" userId="41dba03d-e58d-4389-9894-554c10310ba4" providerId="ADAL" clId="{EF23FE1D-A042-481E-AFD7-2A9FB0847F54}" dt="2026-09-30T15:27:23.392" v="719" actId="20577"/>
      <pc:docMkLst>
        <pc:docMk/>
      </pc:docMkLst>
      <pc:sldChg chg="modAnim">
        <pc:chgData name="Michael Hill" userId="41dba03d-e58d-4389-9894-554c10310ba4" providerId="ADAL" clId="{EF23FE1D-A042-481E-AFD7-2A9FB0847F54}" dt="2026-09-30T15:14:02.984" v="0"/>
        <pc:sldMkLst>
          <pc:docMk/>
          <pc:sldMk cId="3346394562" sldId="256"/>
        </pc:sldMkLst>
      </pc:sldChg>
      <pc:sldChg chg="modSp mod">
        <pc:chgData name="Michael Hill" userId="41dba03d-e58d-4389-9894-554c10310ba4" providerId="ADAL" clId="{EF23FE1D-A042-481E-AFD7-2A9FB0847F54}" dt="2026-09-30T15:27:23.392" v="719" actId="20577"/>
        <pc:sldMkLst>
          <pc:docMk/>
          <pc:sldMk cId="2192650716" sldId="257"/>
        </pc:sldMkLst>
        <pc:spChg chg="mod">
          <ac:chgData name="Michael Hill" userId="41dba03d-e58d-4389-9894-554c10310ba4" providerId="ADAL" clId="{EF23FE1D-A042-481E-AFD7-2A9FB0847F54}" dt="2026-09-30T15:27:23.392" v="719" actId="20577"/>
          <ac:spMkLst>
            <pc:docMk/>
            <pc:sldMk cId="2192650716" sldId="257"/>
            <ac:spMk id="16" creationId="{104F567A-E19C-74A7-B049-CF176EB9CF80}"/>
          </ac:spMkLst>
        </pc:spChg>
      </pc:sldChg>
      <pc:sldChg chg="modSp mod">
        <pc:chgData name="Michael Hill" userId="41dba03d-e58d-4389-9894-554c10310ba4" providerId="ADAL" clId="{EF23FE1D-A042-481E-AFD7-2A9FB0847F54}" dt="2026-09-30T15:17:09.451" v="380" actId="20577"/>
        <pc:sldMkLst>
          <pc:docMk/>
          <pc:sldMk cId="2192650716" sldId="258"/>
        </pc:sldMkLst>
        <pc:spChg chg="mod">
          <ac:chgData name="Michael Hill" userId="41dba03d-e58d-4389-9894-554c10310ba4" providerId="ADAL" clId="{EF23FE1D-A042-481E-AFD7-2A9FB0847F54}" dt="2026-09-30T15:17:09.451" v="380" actId="20577"/>
          <ac:spMkLst>
            <pc:docMk/>
            <pc:sldMk cId="2192650716" sldId="258"/>
            <ac:spMk id="16" creationId="{104F567A-E19C-74A7-B049-CF176EB9CF80}"/>
          </ac:spMkLst>
        </pc:spChg>
      </pc:sldChg>
      <pc:sldChg chg="modSp mod">
        <pc:chgData name="Michael Hill" userId="41dba03d-e58d-4389-9894-554c10310ba4" providerId="ADAL" clId="{EF23FE1D-A042-481E-AFD7-2A9FB0847F54}" dt="2026-09-30T15:21:10.598" v="390" actId="20577"/>
        <pc:sldMkLst>
          <pc:docMk/>
          <pc:sldMk cId="2192650716" sldId="261"/>
        </pc:sldMkLst>
        <pc:spChg chg="mod">
          <ac:chgData name="Michael Hill" userId="41dba03d-e58d-4389-9894-554c10310ba4" providerId="ADAL" clId="{EF23FE1D-A042-481E-AFD7-2A9FB0847F54}" dt="2026-09-30T15:21:10.598" v="390" actId="20577"/>
          <ac:spMkLst>
            <pc:docMk/>
            <pc:sldMk cId="2192650716" sldId="261"/>
            <ac:spMk id="16" creationId="{104F567A-E19C-74A7-B049-CF176EB9CF80}"/>
          </ac:spMkLst>
        </pc:spChg>
      </pc:sldChg>
      <pc:sldChg chg="modNotesTx">
        <pc:chgData name="Michael Hill" userId="41dba03d-e58d-4389-9894-554c10310ba4" providerId="ADAL" clId="{EF23FE1D-A042-481E-AFD7-2A9FB0847F54}" dt="2026-09-30T15:21:26.649" v="391" actId="20577"/>
        <pc:sldMkLst>
          <pc:docMk/>
          <pc:sldMk cId="2192650716" sldId="262"/>
        </pc:sldMkLst>
      </pc:sldChg>
      <pc:sldChg chg="modSp mod modNotesTx">
        <pc:chgData name="Michael Hill" userId="41dba03d-e58d-4389-9894-554c10310ba4" providerId="ADAL" clId="{EF23FE1D-A042-481E-AFD7-2A9FB0847F54}" dt="2026-09-30T15:21:46.527" v="408" actId="15"/>
        <pc:sldMkLst>
          <pc:docMk/>
          <pc:sldMk cId="2192650716" sldId="263"/>
        </pc:sldMkLst>
        <pc:spChg chg="mod">
          <ac:chgData name="Michael Hill" userId="41dba03d-e58d-4389-9894-554c10310ba4" providerId="ADAL" clId="{EF23FE1D-A042-481E-AFD7-2A9FB0847F54}" dt="2026-09-30T15:21:46.527" v="408" actId="15"/>
          <ac:spMkLst>
            <pc:docMk/>
            <pc:sldMk cId="2192650716" sldId="263"/>
            <ac:spMk id="16" creationId="{104F567A-E19C-74A7-B049-CF176EB9CF80}"/>
          </ac:spMkLst>
        </pc:spChg>
      </pc:sldChg>
      <pc:sldChg chg="modSp mod modNotesTx">
        <pc:chgData name="Michael Hill" userId="41dba03d-e58d-4389-9894-554c10310ba4" providerId="ADAL" clId="{EF23FE1D-A042-481E-AFD7-2A9FB0847F54}" dt="2026-09-30T15:22:08.118" v="414" actId="15"/>
        <pc:sldMkLst>
          <pc:docMk/>
          <pc:sldMk cId="2192650716" sldId="264"/>
        </pc:sldMkLst>
        <pc:spChg chg="mod">
          <ac:chgData name="Michael Hill" userId="41dba03d-e58d-4389-9894-554c10310ba4" providerId="ADAL" clId="{EF23FE1D-A042-481E-AFD7-2A9FB0847F54}" dt="2026-09-30T15:22:08.118" v="414" actId="15"/>
          <ac:spMkLst>
            <pc:docMk/>
            <pc:sldMk cId="2192650716" sldId="264"/>
            <ac:spMk id="16" creationId="{104F567A-E19C-74A7-B049-CF176EB9CF80}"/>
          </ac:spMkLst>
        </pc:spChg>
      </pc:sldChg>
      <pc:sldChg chg="modSp mod modNotesTx">
        <pc:chgData name="Michael Hill" userId="41dba03d-e58d-4389-9894-554c10310ba4" providerId="ADAL" clId="{EF23FE1D-A042-481E-AFD7-2A9FB0847F54}" dt="2026-09-30T15:22:39.587" v="445" actId="20577"/>
        <pc:sldMkLst>
          <pc:docMk/>
          <pc:sldMk cId="2192650716" sldId="265"/>
        </pc:sldMkLst>
        <pc:spChg chg="mod">
          <ac:chgData name="Michael Hill" userId="41dba03d-e58d-4389-9894-554c10310ba4" providerId="ADAL" clId="{EF23FE1D-A042-481E-AFD7-2A9FB0847F54}" dt="2026-09-30T15:22:39.587" v="445" actId="20577"/>
          <ac:spMkLst>
            <pc:docMk/>
            <pc:sldMk cId="2192650716" sldId="265"/>
            <ac:spMk id="16" creationId="{104F567A-E19C-74A7-B049-CF176EB9CF80}"/>
          </ac:spMkLst>
        </pc:spChg>
      </pc:sldChg>
      <pc:sldChg chg="modSp mod">
        <pc:chgData name="Michael Hill" userId="41dba03d-e58d-4389-9894-554c10310ba4" providerId="ADAL" clId="{EF23FE1D-A042-481E-AFD7-2A9FB0847F54}" dt="2026-09-30T15:23:09.848" v="518" actId="20577"/>
        <pc:sldMkLst>
          <pc:docMk/>
          <pc:sldMk cId="2192650716" sldId="266"/>
        </pc:sldMkLst>
        <pc:spChg chg="mod">
          <ac:chgData name="Michael Hill" userId="41dba03d-e58d-4389-9894-554c10310ba4" providerId="ADAL" clId="{EF23FE1D-A042-481E-AFD7-2A9FB0847F54}" dt="2026-09-30T15:23:09.848" v="518" actId="20577"/>
          <ac:spMkLst>
            <pc:docMk/>
            <pc:sldMk cId="2192650716" sldId="266"/>
            <ac:spMk id="16" creationId="{104F567A-E19C-74A7-B049-CF176EB9CF80}"/>
          </ac:spMkLst>
        </pc:spChg>
      </pc:sldChg>
      <pc:sldChg chg="modSp mod modNotesTx">
        <pc:chgData name="Michael Hill" userId="41dba03d-e58d-4389-9894-554c10310ba4" providerId="ADAL" clId="{EF23FE1D-A042-481E-AFD7-2A9FB0847F54}" dt="2026-09-30T15:23:36.190" v="540" actId="20577"/>
        <pc:sldMkLst>
          <pc:docMk/>
          <pc:sldMk cId="2192650716" sldId="267"/>
        </pc:sldMkLst>
        <pc:spChg chg="mod">
          <ac:chgData name="Michael Hill" userId="41dba03d-e58d-4389-9894-554c10310ba4" providerId="ADAL" clId="{EF23FE1D-A042-481E-AFD7-2A9FB0847F54}" dt="2026-09-30T15:23:36.190" v="540" actId="20577"/>
          <ac:spMkLst>
            <pc:docMk/>
            <pc:sldMk cId="2192650716" sldId="267"/>
            <ac:spMk id="16" creationId="{104F567A-E19C-74A7-B049-CF176EB9CF80}"/>
          </ac:spMkLst>
        </pc:spChg>
      </pc:sldChg>
      <pc:sldChg chg="modSp mod">
        <pc:chgData name="Michael Hill" userId="41dba03d-e58d-4389-9894-554c10310ba4" providerId="ADAL" clId="{EF23FE1D-A042-481E-AFD7-2A9FB0847F54}" dt="2026-09-30T15:24:19.422" v="586" actId="20577"/>
        <pc:sldMkLst>
          <pc:docMk/>
          <pc:sldMk cId="2192650716" sldId="269"/>
        </pc:sldMkLst>
        <pc:spChg chg="mod">
          <ac:chgData name="Michael Hill" userId="41dba03d-e58d-4389-9894-554c10310ba4" providerId="ADAL" clId="{EF23FE1D-A042-481E-AFD7-2A9FB0847F54}" dt="2026-09-30T15:23:58.333" v="548" actId="14100"/>
          <ac:spMkLst>
            <pc:docMk/>
            <pc:sldMk cId="2192650716" sldId="269"/>
            <ac:spMk id="12" creationId="{9618C01C-80A1-AC3B-A909-471A11C86B0F}"/>
          </ac:spMkLst>
        </pc:spChg>
        <pc:spChg chg="mod">
          <ac:chgData name="Michael Hill" userId="41dba03d-e58d-4389-9894-554c10310ba4" providerId="ADAL" clId="{EF23FE1D-A042-481E-AFD7-2A9FB0847F54}" dt="2026-09-30T15:24:01.315" v="549" actId="1076"/>
          <ac:spMkLst>
            <pc:docMk/>
            <pc:sldMk cId="2192650716" sldId="269"/>
            <ac:spMk id="14" creationId="{3C1D1EE2-7173-C1ED-78B3-B7B0D78B3F5D}"/>
          </ac:spMkLst>
        </pc:spChg>
        <pc:spChg chg="mod">
          <ac:chgData name="Michael Hill" userId="41dba03d-e58d-4389-9894-554c10310ba4" providerId="ADAL" clId="{EF23FE1D-A042-481E-AFD7-2A9FB0847F54}" dt="2026-09-30T15:24:19.422" v="586" actId="20577"/>
          <ac:spMkLst>
            <pc:docMk/>
            <pc:sldMk cId="2192650716" sldId="269"/>
            <ac:spMk id="16" creationId="{104F567A-E19C-74A7-B049-CF176EB9CF80}"/>
          </ac:spMkLst>
        </pc:spChg>
      </pc:sldChg>
      <pc:sldChg chg="modSp add del mod">
        <pc:chgData name="Michael Hill" userId="41dba03d-e58d-4389-9894-554c10310ba4" providerId="ADAL" clId="{EF23FE1D-A042-481E-AFD7-2A9FB0847F54}" dt="2026-09-30T15:24:57.725" v="631" actId="20577"/>
        <pc:sldMkLst>
          <pc:docMk/>
          <pc:sldMk cId="2192650716" sldId="270"/>
        </pc:sldMkLst>
        <pc:spChg chg="mod">
          <ac:chgData name="Michael Hill" userId="41dba03d-e58d-4389-9894-554c10310ba4" providerId="ADAL" clId="{EF23FE1D-A042-481E-AFD7-2A9FB0847F54}" dt="2026-09-30T15:24:33.674" v="592" actId="14100"/>
          <ac:spMkLst>
            <pc:docMk/>
            <pc:sldMk cId="2192650716" sldId="270"/>
            <ac:spMk id="12" creationId="{9618C01C-80A1-AC3B-A909-471A11C86B0F}"/>
          </ac:spMkLst>
        </pc:spChg>
        <pc:spChg chg="mod">
          <ac:chgData name="Michael Hill" userId="41dba03d-e58d-4389-9894-554c10310ba4" providerId="ADAL" clId="{EF23FE1D-A042-481E-AFD7-2A9FB0847F54}" dt="2026-09-30T15:24:36.970" v="593" actId="1076"/>
          <ac:spMkLst>
            <pc:docMk/>
            <pc:sldMk cId="2192650716" sldId="270"/>
            <ac:spMk id="14" creationId="{3C1D1EE2-7173-C1ED-78B3-B7B0D78B3F5D}"/>
          </ac:spMkLst>
        </pc:spChg>
        <pc:spChg chg="mod">
          <ac:chgData name="Michael Hill" userId="41dba03d-e58d-4389-9894-554c10310ba4" providerId="ADAL" clId="{EF23FE1D-A042-481E-AFD7-2A9FB0847F54}" dt="2026-09-30T15:24:57.725" v="631" actId="20577"/>
          <ac:spMkLst>
            <pc:docMk/>
            <pc:sldMk cId="2192650716" sldId="270"/>
            <ac:spMk id="16" creationId="{104F567A-E19C-74A7-B049-CF176EB9CF80}"/>
          </ac:spMkLst>
        </pc:spChg>
      </pc:sldChg>
      <pc:sldChg chg="modNotesTx">
        <pc:chgData name="Michael Hill" userId="41dba03d-e58d-4389-9894-554c10310ba4" providerId="ADAL" clId="{EF23FE1D-A042-481E-AFD7-2A9FB0847F54}" dt="2026-09-30T15:25:05.440" v="632" actId="6549"/>
        <pc:sldMkLst>
          <pc:docMk/>
          <pc:sldMk cId="2192650716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38AE4F-EF52-4E9D-9FB8-919EC6497697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ADDB7A-172D-4097-A132-12C8EB780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161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5E1AB-6991-FE1F-B00A-C617942C7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CFB2D1-E943-9FA7-73CF-E28C099141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6D2E3C-C3D3-BABB-7F8B-78FF2D73C8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28D26-F0A1-7D22-9B09-268050455E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776677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A5F5A-C722-935E-6519-EF765E5C9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94E128-C4BF-B9C3-5212-0D38505EC4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B8DDF4-B751-8FC6-3729-BBB56A215B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D092D-8C34-A20B-B328-BB1EBF905B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875069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Only put these up once theirs are written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B7C5-D028-538D-C84B-F4947CA6E1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A18EE4-FBD3-518D-A533-5A7575B50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29B54-2C06-B521-B17D-DF069278D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FDB6A-DE1A-8CD7-36E6-9513398D5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8F74D-F917-FC0E-8063-35DE9993D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55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88439-08F5-44E1-22C0-33087F521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AE85E-1669-EAA4-128D-A6725E334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B58B0-4DFA-6A9A-D1B4-BF96071D1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0893E-5088-E7E2-8009-A7FE84A3A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1E31B-B430-476B-4710-0252DB870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39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7F91E-1289-9CFB-7E71-94848C13D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5F334-0E85-5435-5C19-1CA99F7B3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2AE98-80AE-D62A-E089-FE49DCBE6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8E38B-44FF-557B-A276-58D60F4CB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1EAAD-B1C4-28ED-6E49-0D42DD728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952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71961-8DD9-78B4-A9EB-6E7BD8521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4FB85-FD5C-5CEF-4167-5080192405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35358-0E94-76A9-9AF6-7219BE5FF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9088F-396E-06B1-953B-F7A916C3E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F87B1-02C7-7241-3B21-39307FE4F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79D4E-1341-8213-B0EA-47AE63A0C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43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EC656-E3BB-087A-B7F4-B11F8C8B8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94DE0-F7D0-64AF-28E5-7B681CDA0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E45B5-9ADF-F7A2-05F2-120A13B78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657BA5-1E45-32F5-A0AA-B7DF5473D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BDD5A8-A59D-08B9-C81D-4ACB127E08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369CEE-536B-48E8-7B72-F11150977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2A961E-4D7B-9D4F-8C48-91688C565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CE6ED0-E024-5291-9F42-982856D9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36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37624-BBE4-4F43-40BE-1C5DBB86F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D2DED-744A-331F-EB77-5ABCDB0E6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A3ED02-FD63-DFD0-65D2-7872A7B2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50267F-DE78-6F66-2229-FB1D5B1AA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54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A44833-3305-1116-E9F8-6C5A8378D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378047-5589-1EAF-5067-AD2EF9677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0FE9F-3CAF-0634-2E48-4958A1A0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64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1C86E-6E03-A7F6-C6A1-CDAA5F439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23AF1-9D57-2314-FA9D-80825CC52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22C80-BCC2-1F0C-1CD6-79899BC99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4490D-FAC8-13CF-211F-402F2A5AC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733B4-C215-03AA-BCF9-0EBAA8F07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D49F0-9737-DB9F-776D-A059B8F79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74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F8913-6DB8-652E-3AE8-7E16FF76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F1CDAF-03E1-DF12-A9B1-4FD15D85B9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973D7-08B5-4E26-635F-62114CE4B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3F633-B42C-02E8-FBE9-A044D62B2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AB502-E8A8-9093-8527-B61DE6F02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3A517D-0BB7-84CA-2B04-6D22F0A30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64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57CDB-541D-DAB3-7030-558DA7187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6EE05-5077-E454-CADA-3C2248050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635D-85D2-5EC9-9A79-37473989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C204C-6DA9-C91E-0CBF-6F7A79A1E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F552A-D248-C906-CAB8-158CCB31F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550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FED4DA-0C79-4922-B6CA-14EB15C60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DFD1A-D787-85F1-F785-E1CCF23F9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549BA-E968-319C-D449-763DCC64A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D76C2-62F9-A98E-4B4E-3F8847C56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5182B-0D0E-6729-A659-0B21D17A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383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FB70B0-69C1-BACF-E34C-11B8ABB05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6B4FB-0BB3-9404-1631-FB806D146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8B363-0843-FCC4-75C3-4817B6FC14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BBDEEA-63FC-4B53-82B2-BA556F03A49A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BD5FE-B811-5B93-5CF9-F7649D0E6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1E091-0FFD-BBDC-7AFB-7DC9119E8F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3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84BFF6B-CD7D-43AB-C049-4D6FC7CD133B}"/>
              </a:ext>
            </a:extLst>
          </p:cNvPr>
          <p:cNvCxnSpPr>
            <a:cxnSpLocks/>
          </p:cNvCxnSpPr>
          <p:nvPr/>
        </p:nvCxnSpPr>
        <p:spPr>
          <a:xfrm>
            <a:off x="5094738" y="4295608"/>
            <a:ext cx="2899265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D3EE458-AB78-EACF-6DF0-D50A5EB70F8C}"/>
              </a:ext>
            </a:extLst>
          </p:cNvPr>
          <p:cNvCxnSpPr>
            <a:cxnSpLocks/>
          </p:cNvCxnSpPr>
          <p:nvPr/>
        </p:nvCxnSpPr>
        <p:spPr>
          <a:xfrm>
            <a:off x="3723623" y="746590"/>
            <a:ext cx="2943877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A04EC88-7086-2F59-99EF-DAF347BF7C5A}"/>
              </a:ext>
            </a:extLst>
          </p:cNvPr>
          <p:cNvCxnSpPr/>
          <p:nvPr/>
        </p:nvCxnSpPr>
        <p:spPr>
          <a:xfrm>
            <a:off x="1486446" y="665766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tar: 16 Points 4">
            <a:extLst>
              <a:ext uri="{FF2B5EF4-FFF2-40B4-BE49-F238E27FC236}">
                <a16:creationId xmlns:a16="http://schemas.microsoft.com/office/drawing/2014/main" id="{ADD58C41-DE5A-3F97-1073-80435EAC10E5}"/>
              </a:ext>
            </a:extLst>
          </p:cNvPr>
          <p:cNvSpPr/>
          <p:nvPr/>
        </p:nvSpPr>
        <p:spPr>
          <a:xfrm>
            <a:off x="237236" y="118746"/>
            <a:ext cx="1915160" cy="1915160"/>
          </a:xfrm>
          <a:prstGeom prst="star16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6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4711EC-5C02-3E0D-2684-97CA50D62B24}"/>
              </a:ext>
            </a:extLst>
          </p:cNvPr>
          <p:cNvSpPr txBox="1"/>
          <p:nvPr/>
        </p:nvSpPr>
        <p:spPr>
          <a:xfrm>
            <a:off x="597534" y="356526"/>
            <a:ext cx="1194562" cy="400110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UNIT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0230C0-C256-6203-A5F6-19223FE071E4}"/>
              </a:ext>
            </a:extLst>
          </p:cNvPr>
          <p:cNvSpPr txBox="1"/>
          <p:nvPr/>
        </p:nvSpPr>
        <p:spPr>
          <a:xfrm>
            <a:off x="572164" y="521583"/>
            <a:ext cx="1194562" cy="1107996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9215A8-6C2C-22D9-03C2-41E38104D972}"/>
              </a:ext>
            </a:extLst>
          </p:cNvPr>
          <p:cNvSpPr/>
          <p:nvPr/>
        </p:nvSpPr>
        <p:spPr>
          <a:xfrm>
            <a:off x="3750894" y="865330"/>
            <a:ext cx="2455173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SHIP IT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BE531CC-A060-48E0-AD9D-FE42573EED82}"/>
              </a:ext>
            </a:extLst>
          </p:cNvPr>
          <p:cNvSpPr/>
          <p:nvPr/>
        </p:nvSpPr>
        <p:spPr>
          <a:xfrm>
            <a:off x="-101820" y="-220310"/>
            <a:ext cx="2593271" cy="2593271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5E4966-129D-0E9B-593A-7270EC6C0EA0}"/>
              </a:ext>
            </a:extLst>
          </p:cNvPr>
          <p:cNvSpPr/>
          <p:nvPr/>
        </p:nvSpPr>
        <p:spPr>
          <a:xfrm rot="21081993">
            <a:off x="3089443" y="359006"/>
            <a:ext cx="1268361" cy="6007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DAY 14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204734-3FD9-9A03-0700-AC2D2E083E4F}"/>
              </a:ext>
            </a:extLst>
          </p:cNvPr>
          <p:cNvSpPr/>
          <p:nvPr/>
        </p:nvSpPr>
        <p:spPr>
          <a:xfrm>
            <a:off x="526944" y="2588561"/>
            <a:ext cx="3929014" cy="394273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What Today 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What You Hand In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How It Is Marked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Artifact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Changes Log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Your Test Plan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Work, In Order</a:t>
            </a:r>
          </a:p>
        </p:txBody>
      </p:sp>
      <p:sp>
        <p:nvSpPr>
          <p:cNvPr id="17" name="Flowchart: Data 16">
            <a:extLst>
              <a:ext uri="{FF2B5EF4-FFF2-40B4-BE49-F238E27FC236}">
                <a16:creationId xmlns:a16="http://schemas.microsoft.com/office/drawing/2014/main" id="{76E17776-D541-80F3-BCFD-CA5A7CCC3A3F}"/>
              </a:ext>
            </a:extLst>
          </p:cNvPr>
          <p:cNvSpPr/>
          <p:nvPr/>
        </p:nvSpPr>
        <p:spPr>
          <a:xfrm>
            <a:off x="2914673" y="2288185"/>
            <a:ext cx="2301362" cy="600752"/>
          </a:xfrm>
          <a:prstGeom prst="flowChartInputOutpu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AGENDA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BB1E97-9746-97B6-FA11-641333A2EC2E}"/>
              </a:ext>
            </a:extLst>
          </p:cNvPr>
          <p:cNvSpPr/>
          <p:nvPr/>
        </p:nvSpPr>
        <p:spPr>
          <a:xfrm>
            <a:off x="5407742" y="2444655"/>
            <a:ext cx="6016298" cy="170401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Phones into The Holding Cell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Laptop, your build, rules sheet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Both rubric sheets</a:t>
            </a:r>
          </a:p>
        </p:txBody>
      </p:sp>
      <p:sp>
        <p:nvSpPr>
          <p:cNvPr id="26" name="Arrow: Pentagon 25">
            <a:extLst>
              <a:ext uri="{FF2B5EF4-FFF2-40B4-BE49-F238E27FC236}">
                <a16:creationId xmlns:a16="http://schemas.microsoft.com/office/drawing/2014/main" id="{4D20C643-FE77-D5F1-944D-EFA6A4E18384}"/>
              </a:ext>
            </a:extLst>
          </p:cNvPr>
          <p:cNvSpPr/>
          <p:nvPr/>
        </p:nvSpPr>
        <p:spPr>
          <a:xfrm flipH="1">
            <a:off x="9835526" y="2157823"/>
            <a:ext cx="2155485" cy="765223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 w="571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REMINDERS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2A3F4D-F474-B915-E173-B56E57D3CE69}"/>
              </a:ext>
            </a:extLst>
          </p:cNvPr>
          <p:cNvSpPr txBox="1"/>
          <p:nvPr/>
        </p:nvSpPr>
        <p:spPr>
          <a:xfrm>
            <a:off x="411769" y="1394526"/>
            <a:ext cx="1580232" cy="253916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GAMES OF LOGIC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EB55A-2652-CCF0-91B1-8B395B1FD54C}"/>
              </a:ext>
            </a:extLst>
          </p:cNvPr>
          <p:cNvSpPr/>
          <p:nvPr/>
        </p:nvSpPr>
        <p:spPr>
          <a:xfrm>
            <a:off x="7187005" y="6077879"/>
            <a:ext cx="4437380" cy="583565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028EDC04-C674-08DB-F001-E8BAEBD20F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6146299"/>
            <a:ext cx="3790950" cy="583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 algn="r">
              <a:buNone/>
            </a:pPr>
            <a:r>
              <a:rPr lang="en-US" sz="1400" b="1" dirty="0">
                <a:solidFill>
                  <a:schemeClr val="bg1"/>
                </a:solidFill>
                <a:effectLst/>
                <a:latin typeface="Bahnschrift" panose="020B0502040204020203" pitchFamily="34" charset="0"/>
                <a:ea typeface="Calibri" panose="020F0502020204030204" pitchFamily="34" charset="0"/>
              </a:rPr>
              <a:t>RECOMMENDED LISTENING:</a:t>
            </a:r>
            <a:endParaRPr lang="en-US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algn="r">
              <a:buNone/>
            </a:pPr>
            <a:r>
              <a:rPr lang="en-US" sz="1200" b="1" dirty="0">
                <a:solidFill>
                  <a:schemeClr val="bg1"/>
                </a:solidFill>
                <a:latin typeface="Bahnschrift" panose="020B0502040204020203" pitchFamily="34" charset="0"/>
                <a:ea typeface="Calibri" panose="020F0502020204030204" pitchFamily="34" charset="0"/>
              </a:rPr>
              <a:t>HIGHWAY IN THE SKY – SONIC ADVENTURE 2</a:t>
            </a:r>
            <a:endParaRPr lang="en-US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1" name="Picture 10" descr="Cd Clip Art">
            <a:extLst>
              <a:ext uri="{FF2B5EF4-FFF2-40B4-BE49-F238E27FC236}">
                <a16:creationId xmlns:a16="http://schemas.microsoft.com/office/drawing/2014/main" id="{9AA8D88A-8935-C243-7C92-FEB5E17C70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0" y="5941036"/>
            <a:ext cx="857250" cy="857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639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4264363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4944804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WHAT TODAY IS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Today, you finish up your artifact, and Criterion C ends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We’ll also prepare for the final playtest next time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This is the last chance to work on Criteria C, so make it count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 beautiful notebook with no game doesn’t make a good grade, and same thing the other way around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Feel free to double check against the Criteria C rubric </a:t>
            </a:r>
            <a:r>
              <a:rPr lang="en-US" sz="2400"/>
              <a:t>on GitHub</a:t>
            </a:r>
            <a:endParaRPr lang="en-US" sz="24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7284047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7964488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WHAT YOU HAND IN TODAY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Folder slide 26 - the artifact, finished. Link + screenshots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Folder slide 25 - the changes log, complete and justified, back to the Day 11 build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Folder slide 27 - your test plan, plus three tester questions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Folder slide 2 - one dated row on the entry log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736B0C-A06D-A528-1192-A7867336C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085A45DB-3642-2641-2ABF-8A902B3ADA9B}"/>
              </a:ext>
            </a:extLst>
          </p:cNvPr>
          <p:cNvSpPr/>
          <p:nvPr/>
        </p:nvSpPr>
        <p:spPr>
          <a:xfrm>
            <a:off x="8915057" y="217604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7D23AC3-1E13-8715-EC1A-E04E2C9D8470}"/>
              </a:ext>
            </a:extLst>
          </p:cNvPr>
          <p:cNvCxnSpPr>
            <a:cxnSpLocks/>
          </p:cNvCxnSpPr>
          <p:nvPr/>
        </p:nvCxnSpPr>
        <p:spPr>
          <a:xfrm>
            <a:off x="3806312" y="1521556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37DF90-A476-1B33-DB9A-6D67B11AC9C6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0E900F3-015F-7761-7947-8847E9D1E560}"/>
              </a:ext>
            </a:extLst>
          </p:cNvPr>
          <p:cNvSpPr/>
          <p:nvPr/>
        </p:nvSpPr>
        <p:spPr>
          <a:xfrm>
            <a:off x="2483753" y="453766"/>
            <a:ext cx="7224493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WARM UP QUESTION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EEEA62-E5FD-DE36-D59E-CF3D95E3AD86}"/>
              </a:ext>
            </a:extLst>
          </p:cNvPr>
          <p:cNvSpPr/>
          <p:nvPr/>
        </p:nvSpPr>
        <p:spPr>
          <a:xfrm>
            <a:off x="533634" y="1723987"/>
            <a:ext cx="11124730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Take these example rows out of somebody’s changes log: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"Changed the hand size from seven cards to five"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"Changed the hand size from seven to five, because three of my four testers never played more than five cards before the round ended"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Which of these is the better change note?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163DB81-B172-FD92-7344-0A9DBC440811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url_upload_6a7f3d9e572a4.gif [effects output image]">
            <a:extLst>
              <a:ext uri="{FF2B5EF4-FFF2-40B4-BE49-F238E27FC236}">
                <a16:creationId xmlns:a16="http://schemas.microsoft.com/office/drawing/2014/main" id="{8F628373-9FCF-09F8-A7B6-607C0145139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83753" y="-2120321"/>
            <a:ext cx="4743450" cy="2667000"/>
          </a:xfrm>
          <a:prstGeom prst="rect">
            <a:avLst/>
          </a:prstGeom>
        </p:spPr>
      </p:pic>
      <p:pic>
        <p:nvPicPr>
          <p:cNvPr id="21" name="Picture 20" descr="url_upload_6a7f3d9e572a4.gif [effects output image]">
            <a:extLst>
              <a:ext uri="{FF2B5EF4-FFF2-40B4-BE49-F238E27FC236}">
                <a16:creationId xmlns:a16="http://schemas.microsoft.com/office/drawing/2014/main" id="{0C52FBF9-2C25-8FCB-563A-242A0F1AC27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939927" y="-2120321"/>
            <a:ext cx="2786643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300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6629B9-CF2C-5C11-7469-ADD4915E2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2D2F265E-120A-FEDA-8C40-62A0BFC0E45D}"/>
              </a:ext>
            </a:extLst>
          </p:cNvPr>
          <p:cNvSpPr/>
          <p:nvPr/>
        </p:nvSpPr>
        <p:spPr>
          <a:xfrm>
            <a:off x="8915057" y="217604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C160A85-F895-FC49-8E36-8197E5B8A98E}"/>
              </a:ext>
            </a:extLst>
          </p:cNvPr>
          <p:cNvCxnSpPr>
            <a:cxnSpLocks/>
          </p:cNvCxnSpPr>
          <p:nvPr/>
        </p:nvCxnSpPr>
        <p:spPr>
          <a:xfrm>
            <a:off x="3806312" y="1521556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21F7D05-D0E2-B437-9792-7B4CC9361CA7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B23F663-A07C-CE23-B2C6-C4BA17EE7206}"/>
              </a:ext>
            </a:extLst>
          </p:cNvPr>
          <p:cNvSpPr/>
          <p:nvPr/>
        </p:nvSpPr>
        <p:spPr>
          <a:xfrm>
            <a:off x="2483753" y="453766"/>
            <a:ext cx="7224493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WARM UP ANSWER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217569-8B31-98D6-5997-110746733932}"/>
              </a:ext>
            </a:extLst>
          </p:cNvPr>
          <p:cNvSpPr/>
          <p:nvPr/>
        </p:nvSpPr>
        <p:spPr>
          <a:xfrm>
            <a:off x="533634" y="1723987"/>
            <a:ext cx="11124730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/>
              <a:t>Answer: </a:t>
            </a:r>
            <a:r>
              <a:rPr lang="en-US" sz="2800" dirty="0"/>
              <a:t>the second one. The first describes what you did, but the second names the evidence that forced it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50C7B7C-76D4-FDAC-7DED-BB7E3B933B5C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url_upload_6a7f3d9e572a4.gif [effects output image]">
            <a:extLst>
              <a:ext uri="{FF2B5EF4-FFF2-40B4-BE49-F238E27FC236}">
                <a16:creationId xmlns:a16="http://schemas.microsoft.com/office/drawing/2014/main" id="{1288AF76-4E7B-FF09-368F-27BF85DB595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83753" y="-2120321"/>
            <a:ext cx="4743450" cy="2667000"/>
          </a:xfrm>
          <a:prstGeom prst="rect">
            <a:avLst/>
          </a:prstGeom>
        </p:spPr>
      </p:pic>
      <p:pic>
        <p:nvPicPr>
          <p:cNvPr id="21" name="Picture 20" descr="url_upload_6a7f3d9e572a4.gif [effects output image]">
            <a:extLst>
              <a:ext uri="{FF2B5EF4-FFF2-40B4-BE49-F238E27FC236}">
                <a16:creationId xmlns:a16="http://schemas.microsoft.com/office/drawing/2014/main" id="{029CD9DD-0177-4886-96FD-4C4444BDA7C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939927" y="-2120321"/>
            <a:ext cx="2786643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008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6494844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7175285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HOW TODAY IS MARKED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Criterion C is marked off folder slides 22, 23, 25 and 26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Strands ii and iii are the artifact: does it work, and did you follow your plan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Strand iv is the changes log. Column three has to say why, and why that beat the alternatives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Folder slide 27 is Criterion D strand i, and strand i marks the plan, not the results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Both rubric sheets are in front of you. Use them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10200919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1088136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HOW TO WRITE A CHANGES LOG ROW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For grading in Criterion C, note the difference in the verb used to describe the bands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3-4: Describe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FF66C4"/>
                </a:solidFill>
              </a:rPr>
              <a:t>5-6: Justify - "...because three of four testers ran out of turns"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7-8: Fully justify - "...and I picked that over cutting the deck, because deck size is what makes my concept load-bearing"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Column three of folder slide 25 asks both questions: why, and why it was the right call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FOLDER SLIDE 25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6780029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746047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FINISHING THE ARTIFACT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Folder slide 26 - the link, plus screenshots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Finished means somebody else can open it, print it and play it without asking you questions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That is the real bar for strands ii and iii. Not how pretty it is, but whether it works in someone else’s hands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Done when: a link and screenshots are on folder slide 26, and you have printed a copy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FOLDER SLIDE 26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992981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1061025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CHECK THESE BEFORE YOU EXPORT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fix you kept on Day 12 is actually in the build, not just in your notes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Card backs, and every icon from folder slide 20 on the card it belongs to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Page size and margins set before you export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rules sheet goes out with it. A game nobody can read is not finished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Put screenshots in as you finish, not all at the end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8132576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8813017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FINISHING THE CHANGES LOG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Updating your changes log: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Date, what changed, and why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Dates have to be the real ones. A row written today about last Tuesday still says Tuesday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FOLDER SLIDE 25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7204684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7885125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WRITING YOUR TEST PLAN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Create your test plan for the final playtest: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Folder slide 27, written BEFORE Wednesday, not after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One row per test: which part of your specification, what you will measure, how you will measure 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 metric produces a number, so every row has to be testable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Your testing method is what is being marked here, not your results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FOLDER SLIDE 27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9336807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10017248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WRITING YOUR THREE QUESTIONS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Some things cannot be timed. No stopwatch tells you whether anybody noticed your concept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So write three questions, not ten, for your testers to answer after they play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Do not ask them to rate it out of five. A 4 out of 5 tells you nothing you can use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Ask questions where the answer could be bad news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Their answers are qualitative data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Words, not numbers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Write them on folder slide 27, and print them before Wednesday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FOLDER SLIDE 27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911724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6592164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WORK, IN ORDER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0:12 to 0:50 - folder slide 26, finish the artifact. Print queue closes at 0:50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0:50 to 1:02 - folder slide 25, the changes log, complete and justified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1:02 to 1:17 - folder slide 27, your test plan and your three questions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1:17 to 1:20 - folder slide 2, one dated row on the entry log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last two slides in this deck stay shut until your own rows are written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332161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400245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MY METRICS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Some good examples of testing criteria: teach time, play time, win rate by seat, play-again count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Win rate by seat is an interesting game balance one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If seat 1 wins three out of four rounds, the game might not be balanced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Compare, keep your own ideas, and add anything that is missing from yours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FOLDER SLIDE 27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389637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457395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MY QUESTIONS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Here are the three questions I would ask: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What was this game about? Answer in one sentence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Would you play this again in advisory next week? Yes, no or maybe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Where did you have to stop and think?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Compare your three to mine, and see if they are answerable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FOLDER SLIDE 27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6021790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6702231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IF YOU MISSED TODAY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All four work on your own. The only thing you cannot get back is my metric list, and it is on the two slides before this one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1. Finish the artifact onto folder slide 26, and print a copy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2. Changes log complete and justified on folder slide 25, back to the Day 11 build, real dates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3. Test plan on folder slide 27: spec number, what you measure, how you measure 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4. Three tester questions on folder slide 27, and print them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Turn up on Wednesday with a printed game and printed questions, or you cannot collect Criterion D data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8705549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9385989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CHECKLIST BEFORE YOU LEAVE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Folder slide 26 - the artifact, link and screenshots in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Folder slide 25 - every row justified, including the two fixes you did not use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Folder slide 27 - your test plan, plus your three tester questions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Folder slide 2 - a row on the entry log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Bring the printed thing on Wednesday. A game that only lives on your laptop cannot be played by three people at once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Next time: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Three rotations, twenty minutes each. The whole of Criterion D comes off that table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MYP Custom">
      <a:dk1>
        <a:srgbClr val="4B5358"/>
      </a:dk1>
      <a:lt1>
        <a:sysClr val="window" lastClr="FFFFFF"/>
      </a:lt1>
      <a:dk2>
        <a:srgbClr val="4B5358"/>
      </a:dk2>
      <a:lt2>
        <a:srgbClr val="E8E8E8"/>
      </a:lt2>
      <a:accent1>
        <a:srgbClr val="60B2E5"/>
      </a:accent1>
      <a:accent2>
        <a:srgbClr val="F49390"/>
      </a:accent2>
      <a:accent3>
        <a:srgbClr val="AEF6C7"/>
      </a:accent3>
      <a:accent4>
        <a:srgbClr val="FFC857"/>
      </a:accent4>
      <a:accent5>
        <a:srgbClr val="96607D"/>
      </a:accent5>
      <a:accent6>
        <a:srgbClr val="467886"/>
      </a:accent6>
      <a:hlink>
        <a:srgbClr val="0070C0"/>
      </a:hlink>
      <a:folHlink>
        <a:srgbClr val="002060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75000"/>
          </a:schemeClr>
        </a:solidFill>
        <a:ln w="76200">
          <a:solidFill>
            <a:schemeClr val="accent2">
              <a:lumMod val="5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715</TotalTime>
  <Words>1243</Words>
  <Application>Microsoft Office PowerPoint</Application>
  <PresentationFormat>Widescreen</PresentationFormat>
  <Paragraphs>118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Bahnschrift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8</cp:revision>
  <dcterms:created xsi:type="dcterms:W3CDTF">2026-08-13T18:52:07Z</dcterms:created>
  <dcterms:modified xsi:type="dcterms:W3CDTF">2026-09-30T15:27:30Z</dcterms:modified>
</cp:coreProperties>
</file>