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5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11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2.xml"/><Relationship Id="rId28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noise point twice. Somebody will call a one-game difference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Cards first, silently, or three voices decide it for everybody.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time at 66 minutes or the export eats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2956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470914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ROLL CREDITS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28169" y="-245083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Are 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Critically Evaluate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 1 -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 2 - Impact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 3 - Improve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 4 - Big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 5 - Hand It In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7040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  <a:endParaRPr lang="en-US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 charged, folder open on slide 29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playtest data and your tester cards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STAFF ROLL – SUPER MARIO 64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Take these two lines out of two different evaluations: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"Spec 2: met. It worked well"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"Spec 2: not met. Three of five games ran past twelve minutes. It seems 10 minutes with this many players was optimistic."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Which one earns more, and why?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Answer: </a:t>
            </a:r>
            <a:r>
              <a:rPr lang="en-US" sz="2800" dirty="0"/>
              <a:t>the second one by a decent margin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It has a number, and it says what the number means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 "not met" with evidence beats a "met" with nothing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93814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61858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CRITICALLY EVALUATE MEANS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tiers of grade again: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3-4: Outline: what happened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5-6: Explain: what happened and why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7-8: Critically evaluate</a:t>
            </a:r>
            <a:r>
              <a:rPr lang="en-US" sz="2400" dirty="0"/>
              <a:t>: what happened, why, how much you trust it, and what it took to get there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Authentic testing</a:t>
            </a:r>
            <a:r>
              <a:rPr lang="en-US" sz="2400" dirty="0"/>
              <a:t> means real people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down how many testers you had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Please be honest with how many testers you had, not with how many you think you need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89263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57307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1 - THE EVALUATION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Twenty two minutes on folder slide 29. The biggest block of the period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row per numbered spec line, in the order they appear on folder slide 13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Put the failures in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missing row reads exactly like a hidden one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 NOT EDIT YOUR SPEC TO MATCH WHAT YOU BUILT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Each row: the spec line, what you measured, met or not met, and what you make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Two sentences minimum on that last column. It is where most of the reflection marks are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20091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88136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TWO THINGS TO GET RIGHT ON SLIDE 29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Two more things before you move off slide 29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Your answers will likely depend on how much you were able to test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bad run out of 3 is quite different from one bad run out of 6 if you catch my drift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answer the claim this this unit is founded 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Simple rules, complex play. Did that happen at your table, or not?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your data says no, write that down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4596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2640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2 - IMPACT ON THE CLIENT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Ten minutes on folder slide 30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30. Did your game fill fifteen dead minutes for the people in this room?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Data first, then a paragraph of reflection. You should use the numerical data you got from slide 28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double check your slide 12 if you’re missing context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7321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1259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3 - IMPROVEMENTS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Ten minutes on folder slide 31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31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Two or three things you would change next, including the data that backs that up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Should tie back to your spec evaluation on slide 29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Specific enough that somebody else could make the change without asking you a question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"Make it clearer" is not a change. "Move the scoring rule to the top of the sheet" is clear enough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31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50183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8227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4 - THE BIG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Twelve minutes: five writing on your own, then we talk. The export starts straight after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 a piece of paper in front of you, disconnected from your slides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four or five lines, on your own, before anybody talks, answering this question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Is a game built on a concept still a good game, or only a good lesson?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your own numbers to back it up if possible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one is not graded on quality, just participation, let’s have a little debate!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87338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55382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5 - EXPORT AND HAND IT 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Export all 31 slides as one PDF. Not a link, not a share - a file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Name it Surname_Unit1_DesignFolder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Ensure all of your slides are filled in before you submit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Complete your last row on the entry log, slide 2, then submit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Congrats on completing Unit 1!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nfetti Transparent Background PNGs for Free Download">
            <a:extLst>
              <a:ext uri="{FF2B5EF4-FFF2-40B4-BE49-F238E27FC236}">
                <a16:creationId xmlns:a16="http://schemas.microsoft.com/office/drawing/2014/main" id="{62AC0C67-D36A-FD31-80FB-E87A356A7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2529" y="-73834"/>
            <a:ext cx="12834529" cy="719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47812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1585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ARE MAKING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folder slides, then the whole folder gets exported and handed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29 - the evaluation table, one row per numbered spec 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30 - impact on the client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31 - improvements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2 - the last row on your entry log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Slides 29, 30 and 31 are the whole Criterion D summative apart from the data, and they get 42 minutes between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SLIDES 29, 30 AND 31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of it is writing, and all of it comes off data you already have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Folder slide 29 - one row per numbered spec line, in the order they appear on folder slide 13. Failures included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Folder slide 30 - did it fill fifteen dead minutes? Numbers off folder slide 28 first, then a paragraph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Folder slide 31 - two or three improvements, each tied to a row on slide 29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Folder slide 2 - your last entry log row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export all 31 slides as one PDF named Surname_Unit1_DesignFolder and submit it. The export is the deadline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716</Words>
  <Application>Microsoft Office PowerPoint</Application>
  <PresentationFormat>Widescreen</PresentationFormat>
  <Paragraphs>78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Bahnschrift</vt:lpstr>
      <vt:lpstr>Calibri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2026-08-31T15:25:54Z</dcterms:modified>
</cp:coreProperties>
</file>