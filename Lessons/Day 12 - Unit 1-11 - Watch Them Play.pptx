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9BAEC-989F-47CF-8AEF-B1C36FDD24F7}" v="1" dt="2026-09-29T14:57:48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9-29T14:57:48.569" v="0"/>
      <pc:docMkLst>
        <pc:docMk/>
      </pc:docMkLst>
      <pc:sldChg chg="modAnim">
        <pc:chgData name="Michael Hill" userId="41dba03d-e58d-4389-9894-554c10310ba4" providerId="ADAL" clId="{EF23FE1D-A042-481E-AFD7-2A9FB0847F54}" dt="2026-09-29T14:57:48.569" v="0"/>
        <pc:sldMkLst>
          <pc:docMk/>
          <pc:sldMk cId="3346394562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94738" y="4354875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575209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WATCH THEM PLAY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Today 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You Hand 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One Rule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Your Two 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Rotations Run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Work, In Order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Checklist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67013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Phones into The Holding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Lab 1-11, a pen, your game, laptops shut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HIP SHOP - DELTARUNE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26436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94480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TODAY 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Today somebody else plays your game while you take notes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SAYING NOTHING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Nothing today gets graded, but you’ll need to use the data you get to finish off Criteria C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Playtest 2 in October will be graded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28404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96448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YOU HAND IN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You’ll fill in the lab sheet today as you go, not after the fact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24 – a picture of your lab sheet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25 – an update to your change log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At the end of today, you’ll brainstorm 3 changes you can make to fix issues with your game, and you should log that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Both folder slides are due before you leave, or before next class at the very latest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19242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87286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ONE RULE - SAY NOTHING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When you are the designer you do not talk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to correct, not to help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second you explain something, you have spent your only chance to see the game the way a stranger sees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Write down what they said, not what you think they meant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"This is confusing“ a quote vs They were confused about scoring - a guess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Young Hispanic Man Outdoors Makes a Mocking Crying Gesture in a Vibrant ...">
            <a:extLst>
              <a:ext uri="{FF2B5EF4-FFF2-40B4-BE49-F238E27FC236}">
                <a16:creationId xmlns:a16="http://schemas.microsoft.com/office/drawing/2014/main" id="{F5212566-9087-A036-EC44-35AA2A688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0" y="4034402"/>
            <a:ext cx="4011168" cy="22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62592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0636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CHOOSING YOUR TWO METRICS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 your sheet, you‘ll choose two things you’d like to measure that are reflective of your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Teach time and play time come out of the constraints, so those are already on the sheet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Pick two more that would actually tell you whether your game works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"was it fun“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Something you can count or time: turns before somebody is out of it, how many times a rule got looked up, how many people opened with the same move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Try to make it apply to one of your spec lines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134949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81539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THE ROTATIONS RUN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Rotations of fifteen minutes each, I’ll keep track of the time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Depending on size of the room, there might be more than one group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Each round one of you is the designer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hand over your rules sheet and then say nothing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other three read the sheet cold and play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 you are the designer once with real testers, and you play other people’s games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Groups of three run three rounds and go straight to Q4 at the end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78557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143652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WHY EACH ROUND IS FIFTEEN MINUTES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3 to teach it, 10 to play it, 2 to write/setup. Look familiar?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constraint 1 plus constraint 2 with some time for slack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your game does not finish inside the round, stop anyway and write down how far they got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have not failed, you have measured constraint 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3A695A1-787D-47CB-5980-DE6EE73AB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3873119"/>
            <a:ext cx="2411931" cy="241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87243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5287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 YOUR OWN ROUND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Hand over the rules sheet. Then nothing comes out of your mouth for fifteen minutes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Q2a - who played, plus teach time and play time against the constraints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Q2b - every question they had to ask you. Each one is a hole in your rules sheet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Q2c - two things they actually said, in their words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Start the clock when they start reading, not when they start playing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Q2a, Q2b, Q2c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28063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96107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 THE OTHER THREE ROUNDS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are a tester for forty five minutes today, so make it count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Read the sheet cold. Do not let them help you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you are stuck, that is their problem to find out about, not yours to solve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row per game in Q3, and the last column is the Day 7 question again: what does this game do that mine will have to do?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64368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32412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THREE FIXES, KEEP 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Identify your biggest problem first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Then, explain three different ways you could fix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Keep 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keeper goes on folder slide 25 with its reason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Woman throwing Baby Blank Template - Imgflip">
            <a:extLst>
              <a:ext uri="{FF2B5EF4-FFF2-40B4-BE49-F238E27FC236}">
                <a16:creationId xmlns:a16="http://schemas.microsoft.com/office/drawing/2014/main" id="{6705CD14-E476-A019-1303-0EB696937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139" y="3429000"/>
            <a:ext cx="3254595" cy="278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2179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0223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YOU MISSED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cannot recreate the room, but you can recreate the test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1. Fill in Lab Q1 before anybody plays. Two metrics, each with a spec line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2. Find three people outside class, hand them the rules sheet, and say nothing for fifteen minutes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3. Fill in Q2a, Q2b and Q2c at the table while they play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4. Q4 - three fixes, keep one, and put the keeper on folder slide 25 with its reason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5. Photograph the sheet onto folder slide 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Tell me who tested and when. Outside testers count, they just have to be real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0554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8598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CHECKLIST 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24 - your capture sheet, photographed 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25 - the fix you kept, with the reason next to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Your rules sheet has notes all over it now. Keep it. That marked-up copy is more useful than the clean 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5803</TotalTime>
  <Words>878</Words>
  <Application>Microsoft Office PowerPoint</Application>
  <PresentationFormat>Widescreen</PresentationFormat>
  <Paragraphs>87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8</cp:revision>
  <dcterms:created xsi:type="dcterms:W3CDTF">2026-08-13T18:52:07Z</dcterms:created>
  <dcterms:modified xsi:type="dcterms:W3CDTF">2026-09-29T14:57:57Z</dcterms:modified>
</cp:coreProperties>
</file>