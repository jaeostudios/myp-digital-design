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13E9E-0C1E-4AA2-A922-E3454248E59D}" v="5" dt="2026-08-14T19:56:59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8-14T20:37:08.209" v="8458" actId="20577"/>
      <pc:docMkLst>
        <pc:docMk/>
      </pc:docMkLst>
      <pc:sldChg chg="modSp mod">
        <pc:chgData name="Michael Hill" userId="41dba03d-e58d-4389-9894-554c10310ba4" providerId="ADAL" clId="{EF23FE1D-A042-481E-AFD7-2A9FB0847F54}" dt="2026-08-14T20:03:39.523" v="8259" actId="1076"/>
        <pc:sldMkLst>
          <pc:docMk/>
          <pc:sldMk cId="3346394562" sldId="256"/>
        </pc:sldMkLst>
        <pc:spChg chg="mod">
          <ac:chgData name="Michael Hill" userId="41dba03d-e58d-4389-9894-554c10310ba4" providerId="ADAL" clId="{EF23FE1D-A042-481E-AFD7-2A9FB0847F54}" dt="2026-08-14T19:04:32.650" v="20" actId="14100"/>
          <ac:spMkLst>
            <pc:docMk/>
            <pc:sldMk cId="3346394562" sldId="256"/>
            <ac:spMk id="12" creationId="{019215A8-6C2C-22D9-03C2-41E38104D972}"/>
          </ac:spMkLst>
        </pc:spChg>
        <pc:spChg chg="mod">
          <ac:chgData name="Michael Hill" userId="41dba03d-e58d-4389-9894-554c10310ba4" providerId="ADAL" clId="{EF23FE1D-A042-481E-AFD7-2A9FB0847F54}" dt="2026-08-14T20:03:23.339" v="8241" actId="20577"/>
          <ac:spMkLst>
            <pc:docMk/>
            <pc:sldMk cId="3346394562" sldId="256"/>
            <ac:spMk id="15" creationId="{3B5E4966-129D-0E9B-593A-7270EC6C0EA0}"/>
          </ac:spMkLst>
        </pc:spChg>
        <pc:spChg chg="mod">
          <ac:chgData name="Michael Hill" userId="41dba03d-e58d-4389-9894-554c10310ba4" providerId="ADAL" clId="{EF23FE1D-A042-481E-AFD7-2A9FB0847F54}" dt="2026-08-14T19:05:14.445" v="146" actId="20577"/>
          <ac:spMkLst>
            <pc:docMk/>
            <pc:sldMk cId="3346394562" sldId="256"/>
            <ac:spMk id="16" creationId="{17204734-3FD9-9A03-0700-AC2D2E083E4F}"/>
          </ac:spMkLst>
        </pc:spChg>
        <pc:spChg chg="mod">
          <ac:chgData name="Michael Hill" userId="41dba03d-e58d-4389-9894-554c10310ba4" providerId="ADAL" clId="{EF23FE1D-A042-481E-AFD7-2A9FB0847F54}" dt="2026-08-14T20:03:37.213" v="8258" actId="14100"/>
          <ac:spMkLst>
            <pc:docMk/>
            <pc:sldMk cId="3346394562" sldId="256"/>
            <ac:spMk id="25" creationId="{76BB1E97-9746-97B6-FA11-641333A2EC2E}"/>
          </ac:spMkLst>
        </pc:spChg>
        <pc:cxnChg chg="mod">
          <ac:chgData name="Michael Hill" userId="41dba03d-e58d-4389-9894-554c10310ba4" providerId="ADAL" clId="{EF23FE1D-A042-481E-AFD7-2A9FB0847F54}" dt="2026-08-14T20:03:39.523" v="8259" actId="1076"/>
          <ac:cxnSpMkLst>
            <pc:docMk/>
            <pc:sldMk cId="3346394562" sldId="256"/>
            <ac:cxnSpMk id="32" creationId="{184BFF6B-CD7D-43AB-C049-4D6FC7CD133B}"/>
          </ac:cxnSpMkLst>
        </pc:cxnChg>
      </pc:sldChg>
      <pc:sldChg chg="del">
        <pc:chgData name="Michael Hill" userId="41dba03d-e58d-4389-9894-554c10310ba4" providerId="ADAL" clId="{EF23FE1D-A042-481E-AFD7-2A9FB0847F54}" dt="2026-08-14T19:05:27.040" v="147" actId="47"/>
        <pc:sldMkLst>
          <pc:docMk/>
          <pc:sldMk cId="715987682" sldId="257"/>
        </pc:sldMkLst>
      </pc:sldChg>
      <pc:sldChg chg="modSp mod">
        <pc:chgData name="Michael Hill" userId="41dba03d-e58d-4389-9894-554c10310ba4" providerId="ADAL" clId="{EF23FE1D-A042-481E-AFD7-2A9FB0847F54}" dt="2026-08-14T19:05:58.241" v="342" actId="20577"/>
        <pc:sldMkLst>
          <pc:docMk/>
          <pc:sldMk cId="2259809939" sldId="277"/>
        </pc:sldMkLst>
        <pc:spChg chg="mod">
          <ac:chgData name="Michael Hill" userId="41dba03d-e58d-4389-9894-554c10310ba4" providerId="ADAL" clId="{EF23FE1D-A042-481E-AFD7-2A9FB0847F54}" dt="2026-08-14T19:05:58.241" v="342" actId="20577"/>
          <ac:spMkLst>
            <pc:docMk/>
            <pc:sldMk cId="2259809939" sldId="277"/>
            <ac:spMk id="16" creationId="{C55A0244-1BC8-8E42-6B7D-82C4CF2062A7}"/>
          </ac:spMkLst>
        </pc:spChg>
      </pc:sldChg>
      <pc:sldChg chg="addSp delSp modSp mod">
        <pc:chgData name="Michael Hill" userId="41dba03d-e58d-4389-9894-554c10310ba4" providerId="ADAL" clId="{EF23FE1D-A042-481E-AFD7-2A9FB0847F54}" dt="2026-08-14T19:09:09.922" v="884" actId="21"/>
        <pc:sldMkLst>
          <pc:docMk/>
          <pc:sldMk cId="47545580" sldId="279"/>
        </pc:sldMkLst>
        <pc:spChg chg="mod">
          <ac:chgData name="Michael Hill" userId="41dba03d-e58d-4389-9894-554c10310ba4" providerId="ADAL" clId="{EF23FE1D-A042-481E-AFD7-2A9FB0847F54}" dt="2026-08-14T19:06:14.334" v="362" actId="14100"/>
          <ac:spMkLst>
            <pc:docMk/>
            <pc:sldMk cId="47545580" sldId="279"/>
            <ac:spMk id="12" creationId="{755EE5B0-0EE8-926D-8BD8-C4AFB23699BC}"/>
          </ac:spMkLst>
        </pc:spChg>
        <pc:spChg chg="mod">
          <ac:chgData name="Michael Hill" userId="41dba03d-e58d-4389-9894-554c10310ba4" providerId="ADAL" clId="{EF23FE1D-A042-481E-AFD7-2A9FB0847F54}" dt="2026-08-14T19:06:22.930" v="363" actId="1076"/>
          <ac:spMkLst>
            <pc:docMk/>
            <pc:sldMk cId="47545580" sldId="279"/>
            <ac:spMk id="14" creationId="{7E70646F-FDDA-AFD7-87CA-AA2B2EE79AF9}"/>
          </ac:spMkLst>
        </pc:spChg>
        <pc:spChg chg="mod">
          <ac:chgData name="Michael Hill" userId="41dba03d-e58d-4389-9894-554c10310ba4" providerId="ADAL" clId="{EF23FE1D-A042-481E-AFD7-2A9FB0847F54}" dt="2026-08-14T19:08:21.246" v="880" actId="20577"/>
          <ac:spMkLst>
            <pc:docMk/>
            <pc:sldMk cId="47545580" sldId="279"/>
            <ac:spMk id="16" creationId="{4E1C4EE9-697D-2D83-7DCE-AAEE96BDDB97}"/>
          </ac:spMkLst>
        </pc:spChg>
        <pc:picChg chg="add del mod">
          <ac:chgData name="Michael Hill" userId="41dba03d-e58d-4389-9894-554c10310ba4" providerId="ADAL" clId="{EF23FE1D-A042-481E-AFD7-2A9FB0847F54}" dt="2026-08-14T19:09:09.922" v="884" actId="21"/>
          <ac:picMkLst>
            <pc:docMk/>
            <pc:sldMk cId="47545580" sldId="279"/>
            <ac:picMk id="2" creationId="{603E1A50-9FD1-D7ED-8A20-756CAB4A57AF}"/>
          </ac:picMkLst>
        </pc:picChg>
        <pc:picChg chg="del">
          <ac:chgData name="Michael Hill" userId="41dba03d-e58d-4389-9894-554c10310ba4" providerId="ADAL" clId="{EF23FE1D-A042-481E-AFD7-2A9FB0847F54}" dt="2026-08-14T19:06:36.889" v="364" actId="478"/>
          <ac:picMkLst>
            <pc:docMk/>
            <pc:sldMk cId="47545580" sldId="279"/>
            <ac:picMk id="4" creationId="{DDC76E07-4387-18A5-F349-721D13A299F0}"/>
          </ac:picMkLst>
        </pc:picChg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172067810" sldId="280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3407044126" sldId="281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259096593" sldId="282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110035184" sldId="283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267135835" sldId="284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544795102" sldId="285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353094402" sldId="286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069072346" sldId="287"/>
        </pc:sldMkLst>
      </pc:sldChg>
      <pc:sldChg chg="del">
        <pc:chgData name="Michael Hill" userId="41dba03d-e58d-4389-9894-554c10310ba4" providerId="ADAL" clId="{EF23FE1D-A042-481E-AFD7-2A9FB0847F54}" dt="2026-08-14T19:47:22.408" v="4958" actId="47"/>
        <pc:sldMkLst>
          <pc:docMk/>
          <pc:sldMk cId="648029907" sldId="288"/>
        </pc:sldMkLst>
      </pc:sldChg>
      <pc:sldChg chg="modSp mod">
        <pc:chgData name="Michael Hill" userId="41dba03d-e58d-4389-9894-554c10310ba4" providerId="ADAL" clId="{EF23FE1D-A042-481E-AFD7-2A9FB0847F54}" dt="2026-08-14T20:02:58.907" v="8239" actId="5793"/>
        <pc:sldMkLst>
          <pc:docMk/>
          <pc:sldMk cId="1561374385" sldId="289"/>
        </pc:sldMkLst>
        <pc:spChg chg="mod">
          <ac:chgData name="Michael Hill" userId="41dba03d-e58d-4389-9894-554c10310ba4" providerId="ADAL" clId="{EF23FE1D-A042-481E-AFD7-2A9FB0847F54}" dt="2026-08-14T20:02:58.907" v="8239" actId="5793"/>
          <ac:spMkLst>
            <pc:docMk/>
            <pc:sldMk cId="1561374385" sldId="289"/>
            <ac:spMk id="16" creationId="{CC4F697E-CC3A-4D1B-EEB8-3FE175CEC83D}"/>
          </ac:spMkLst>
        </pc:spChg>
      </pc:sldChg>
      <pc:sldChg chg="addSp modSp add mod">
        <pc:chgData name="Michael Hill" userId="41dba03d-e58d-4389-9894-554c10310ba4" providerId="ADAL" clId="{EF23FE1D-A042-481E-AFD7-2A9FB0847F54}" dt="2026-08-14T19:09:38.399" v="1063" actId="20577"/>
        <pc:sldMkLst>
          <pc:docMk/>
          <pc:sldMk cId="2842161029" sldId="290"/>
        </pc:sldMkLst>
        <pc:spChg chg="mod">
          <ac:chgData name="Michael Hill" userId="41dba03d-e58d-4389-9894-554c10310ba4" providerId="ADAL" clId="{EF23FE1D-A042-481E-AFD7-2A9FB0847F54}" dt="2026-08-14T19:09:38.399" v="1063" actId="20577"/>
          <ac:spMkLst>
            <pc:docMk/>
            <pc:sldMk cId="2842161029" sldId="290"/>
            <ac:spMk id="16" creationId="{DDE1E60B-AA16-D4F0-03C3-4341864D8FA0}"/>
          </ac:spMkLst>
        </pc:spChg>
        <pc:picChg chg="add mod">
          <ac:chgData name="Michael Hill" userId="41dba03d-e58d-4389-9894-554c10310ba4" providerId="ADAL" clId="{EF23FE1D-A042-481E-AFD7-2A9FB0847F54}" dt="2026-08-14T19:09:14.923" v="888" actId="1076"/>
          <ac:picMkLst>
            <pc:docMk/>
            <pc:sldMk cId="2842161029" sldId="290"/>
            <ac:picMk id="4" creationId="{160F01D8-6E8A-19AA-232E-83E64390BAC9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4T19:26:13.368" v="3250" actId="20577"/>
        <pc:sldMkLst>
          <pc:docMk/>
          <pc:sldMk cId="2083805012" sldId="291"/>
        </pc:sldMkLst>
        <pc:spChg chg="mod">
          <ac:chgData name="Michael Hill" userId="41dba03d-e58d-4389-9894-554c10310ba4" providerId="ADAL" clId="{EF23FE1D-A042-481E-AFD7-2A9FB0847F54}" dt="2026-08-14T19:09:51.931" v="1079" actId="14100"/>
          <ac:spMkLst>
            <pc:docMk/>
            <pc:sldMk cId="2083805012" sldId="291"/>
            <ac:spMk id="12" creationId="{BD9A6632-69E5-184F-8128-055B31A220C4}"/>
          </ac:spMkLst>
        </pc:spChg>
        <pc:spChg chg="mod">
          <ac:chgData name="Michael Hill" userId="41dba03d-e58d-4389-9894-554c10310ba4" providerId="ADAL" clId="{EF23FE1D-A042-481E-AFD7-2A9FB0847F54}" dt="2026-08-14T19:09:54.872" v="1080" actId="1076"/>
          <ac:spMkLst>
            <pc:docMk/>
            <pc:sldMk cId="2083805012" sldId="291"/>
            <ac:spMk id="14" creationId="{559C2527-AA75-DC6C-3DE0-58C7D385A4B6}"/>
          </ac:spMkLst>
        </pc:spChg>
        <pc:spChg chg="mod">
          <ac:chgData name="Michael Hill" userId="41dba03d-e58d-4389-9894-554c10310ba4" providerId="ADAL" clId="{EF23FE1D-A042-481E-AFD7-2A9FB0847F54}" dt="2026-08-14T19:26:13.368" v="3250" actId="20577"/>
          <ac:spMkLst>
            <pc:docMk/>
            <pc:sldMk cId="2083805012" sldId="291"/>
            <ac:spMk id="16" creationId="{635DBAE5-3EC0-E2CB-86CD-D349003647B3}"/>
          </ac:spMkLst>
        </pc:spChg>
        <pc:graphicFrameChg chg="add mod modGraphic">
          <ac:chgData name="Michael Hill" userId="41dba03d-e58d-4389-9894-554c10310ba4" providerId="ADAL" clId="{EF23FE1D-A042-481E-AFD7-2A9FB0847F54}" dt="2026-08-14T19:11:29.947" v="1278" actId="20577"/>
          <ac:graphicFrameMkLst>
            <pc:docMk/>
            <pc:sldMk cId="2083805012" sldId="291"/>
            <ac:graphicFrameMk id="2" creationId="{4A515768-612F-D746-DFF9-0127CFFA1400}"/>
          </ac:graphicFrameMkLst>
        </pc:graphicFrameChg>
        <pc:picChg chg="del">
          <ac:chgData name="Michael Hill" userId="41dba03d-e58d-4389-9894-554c10310ba4" providerId="ADAL" clId="{EF23FE1D-A042-481E-AFD7-2A9FB0847F54}" dt="2026-08-14T19:09:55.883" v="1081" actId="478"/>
          <ac:picMkLst>
            <pc:docMk/>
            <pc:sldMk cId="2083805012" sldId="291"/>
            <ac:picMk id="4" creationId="{05B53A5D-CD49-BF68-268B-25B17F62BE15}"/>
          </ac:picMkLst>
        </pc:picChg>
      </pc:sldChg>
      <pc:sldChg chg="modSp add mod ord">
        <pc:chgData name="Michael Hill" userId="41dba03d-e58d-4389-9894-554c10310ba4" providerId="ADAL" clId="{EF23FE1D-A042-481E-AFD7-2A9FB0847F54}" dt="2026-08-14T19:25:56.879" v="3223" actId="14100"/>
        <pc:sldMkLst>
          <pc:docMk/>
          <pc:sldMk cId="1122610140" sldId="292"/>
        </pc:sldMkLst>
        <pc:spChg chg="mod">
          <ac:chgData name="Michael Hill" userId="41dba03d-e58d-4389-9894-554c10310ba4" providerId="ADAL" clId="{EF23FE1D-A042-481E-AFD7-2A9FB0847F54}" dt="2026-08-14T19:25:56.879" v="3223" actId="14100"/>
          <ac:spMkLst>
            <pc:docMk/>
            <pc:sldMk cId="1122610140" sldId="292"/>
            <ac:spMk id="12" creationId="{890A68F0-0A5B-A135-CB12-BAA1834BCE98}"/>
          </ac:spMkLst>
        </pc:spChg>
        <pc:spChg chg="mod">
          <ac:chgData name="Michael Hill" userId="41dba03d-e58d-4389-9894-554c10310ba4" providerId="ADAL" clId="{EF23FE1D-A042-481E-AFD7-2A9FB0847F54}" dt="2026-08-14T19:25:43.038" v="3193" actId="20577"/>
          <ac:spMkLst>
            <pc:docMk/>
            <pc:sldMk cId="1122610140" sldId="292"/>
            <ac:spMk id="16" creationId="{A453B0E5-E3F6-6BE1-6513-C2A3D52D7111}"/>
          </ac:spMkLst>
        </pc:spChg>
        <pc:graphicFrameChg chg="mod modGraphic">
          <ac:chgData name="Michael Hill" userId="41dba03d-e58d-4389-9894-554c10310ba4" providerId="ADAL" clId="{EF23FE1D-A042-481E-AFD7-2A9FB0847F54}" dt="2026-08-14T19:24:59.052" v="3144" actId="20577"/>
          <ac:graphicFrameMkLst>
            <pc:docMk/>
            <pc:sldMk cId="1122610140" sldId="292"/>
            <ac:graphicFrameMk id="2" creationId="{76105F76-515A-36A2-AC18-A96329ABB6F8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14:07.712" v="1504" actId="20577"/>
        <pc:sldMkLst>
          <pc:docMk/>
          <pc:sldMk cId="281030203" sldId="293"/>
        </pc:sldMkLst>
        <pc:spChg chg="mod">
          <ac:chgData name="Michael Hill" userId="41dba03d-e58d-4389-9894-554c10310ba4" providerId="ADAL" clId="{EF23FE1D-A042-481E-AFD7-2A9FB0847F54}" dt="2026-08-14T19:14:07.712" v="1504" actId="20577"/>
          <ac:spMkLst>
            <pc:docMk/>
            <pc:sldMk cId="281030203" sldId="293"/>
            <ac:spMk id="16" creationId="{72CAA43F-9E3C-958E-D8ED-F300E3DB311B}"/>
          </ac:spMkLst>
        </pc:spChg>
      </pc:sldChg>
      <pc:sldChg chg="modSp add mod">
        <pc:chgData name="Michael Hill" userId="41dba03d-e58d-4389-9894-554c10310ba4" providerId="ADAL" clId="{EF23FE1D-A042-481E-AFD7-2A9FB0847F54}" dt="2026-08-14T19:14:34.689" v="1620" actId="20577"/>
        <pc:sldMkLst>
          <pc:docMk/>
          <pc:sldMk cId="4157659712" sldId="294"/>
        </pc:sldMkLst>
        <pc:spChg chg="mod">
          <ac:chgData name="Michael Hill" userId="41dba03d-e58d-4389-9894-554c10310ba4" providerId="ADAL" clId="{EF23FE1D-A042-481E-AFD7-2A9FB0847F54}" dt="2026-08-14T19:14:34.689" v="1620" actId="20577"/>
          <ac:spMkLst>
            <pc:docMk/>
            <pc:sldMk cId="4157659712" sldId="294"/>
            <ac:spMk id="16" creationId="{432B4354-2236-E744-3DC8-8FE07E8ABF85}"/>
          </ac:spMkLst>
        </pc:spChg>
      </pc:sldChg>
      <pc:sldChg chg="delSp modSp add mod">
        <pc:chgData name="Michael Hill" userId="41dba03d-e58d-4389-9894-554c10310ba4" providerId="ADAL" clId="{EF23FE1D-A042-481E-AFD7-2A9FB0847F54}" dt="2026-08-14T19:23:25.864" v="2987" actId="20577"/>
        <pc:sldMkLst>
          <pc:docMk/>
          <pc:sldMk cId="3021256781" sldId="295"/>
        </pc:sldMkLst>
        <pc:spChg chg="mod">
          <ac:chgData name="Michael Hill" userId="41dba03d-e58d-4389-9894-554c10310ba4" providerId="ADAL" clId="{EF23FE1D-A042-481E-AFD7-2A9FB0847F54}" dt="2026-08-14T19:23:25.864" v="2987" actId="20577"/>
          <ac:spMkLst>
            <pc:docMk/>
            <pc:sldMk cId="3021256781" sldId="295"/>
            <ac:spMk id="16" creationId="{B11FFAA8-6FEF-CFDF-5366-57734695C8F4}"/>
          </ac:spMkLst>
        </pc:spChg>
        <pc:graphicFrameChg chg="del">
          <ac:chgData name="Michael Hill" userId="41dba03d-e58d-4389-9894-554c10310ba4" providerId="ADAL" clId="{EF23FE1D-A042-481E-AFD7-2A9FB0847F54}" dt="2026-08-14T19:23:09.639" v="2887" actId="478"/>
          <ac:graphicFrameMkLst>
            <pc:docMk/>
            <pc:sldMk cId="3021256781" sldId="295"/>
            <ac:graphicFrameMk id="2" creationId="{D424FBCD-C9DB-C74C-649A-EB6B85AD012E}"/>
          </ac:graphicFrameMkLst>
        </pc:graphicFrameChg>
      </pc:sldChg>
      <pc:sldChg chg="delSp modSp add mod">
        <pc:chgData name="Michael Hill" userId="41dba03d-e58d-4389-9894-554c10310ba4" providerId="ADAL" clId="{EF23FE1D-A042-481E-AFD7-2A9FB0847F54}" dt="2026-08-14T19:23:55.748" v="3122" actId="5793"/>
        <pc:sldMkLst>
          <pc:docMk/>
          <pc:sldMk cId="203153072" sldId="296"/>
        </pc:sldMkLst>
        <pc:spChg chg="mod">
          <ac:chgData name="Michael Hill" userId="41dba03d-e58d-4389-9894-554c10310ba4" providerId="ADAL" clId="{EF23FE1D-A042-481E-AFD7-2A9FB0847F54}" dt="2026-08-14T19:23:55.748" v="3122" actId="5793"/>
          <ac:spMkLst>
            <pc:docMk/>
            <pc:sldMk cId="203153072" sldId="296"/>
            <ac:spMk id="16" creationId="{BED9E02E-E97D-6B02-9D37-EC946312FDEB}"/>
          </ac:spMkLst>
        </pc:spChg>
        <pc:graphicFrameChg chg="del">
          <ac:chgData name="Michael Hill" userId="41dba03d-e58d-4389-9894-554c10310ba4" providerId="ADAL" clId="{EF23FE1D-A042-481E-AFD7-2A9FB0847F54}" dt="2026-08-14T19:23:31.587" v="2988" actId="478"/>
          <ac:graphicFrameMkLst>
            <pc:docMk/>
            <pc:sldMk cId="203153072" sldId="296"/>
            <ac:graphicFrameMk id="2" creationId="{D7B5B8E0-A449-F5E3-17B6-8CDD63F67AE4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8-14T19:19:32.496" v="2366" actId="20577"/>
        <pc:sldMkLst>
          <pc:docMk/>
          <pc:sldMk cId="4010495952" sldId="297"/>
        </pc:sldMkLst>
        <pc:spChg chg="mod">
          <ac:chgData name="Michael Hill" userId="41dba03d-e58d-4389-9894-554c10310ba4" providerId="ADAL" clId="{EF23FE1D-A042-481E-AFD7-2A9FB0847F54}" dt="2026-08-14T19:15:36.578" v="1839" actId="14100"/>
          <ac:spMkLst>
            <pc:docMk/>
            <pc:sldMk cId="4010495952" sldId="297"/>
            <ac:spMk id="12" creationId="{EDBC0A8A-2039-3A92-40EC-F906F03E84B8}"/>
          </ac:spMkLst>
        </pc:spChg>
        <pc:spChg chg="mod">
          <ac:chgData name="Michael Hill" userId="41dba03d-e58d-4389-9894-554c10310ba4" providerId="ADAL" clId="{EF23FE1D-A042-481E-AFD7-2A9FB0847F54}" dt="2026-08-14T19:15:39.419" v="1840" actId="1076"/>
          <ac:spMkLst>
            <pc:docMk/>
            <pc:sldMk cId="4010495952" sldId="297"/>
            <ac:spMk id="14" creationId="{3C2923A0-567D-1319-6B8E-BBDF1CE414FF}"/>
          </ac:spMkLst>
        </pc:spChg>
        <pc:spChg chg="mod">
          <ac:chgData name="Michael Hill" userId="41dba03d-e58d-4389-9894-554c10310ba4" providerId="ADAL" clId="{EF23FE1D-A042-481E-AFD7-2A9FB0847F54}" dt="2026-08-14T19:19:32.496" v="2366" actId="20577"/>
          <ac:spMkLst>
            <pc:docMk/>
            <pc:sldMk cId="4010495952" sldId="297"/>
            <ac:spMk id="16" creationId="{883F4FAA-80A1-7AAE-9FF8-DDA667EDB580}"/>
          </ac:spMkLst>
        </pc:spChg>
        <pc:graphicFrameChg chg="del">
          <ac:chgData name="Michael Hill" userId="41dba03d-e58d-4389-9894-554c10310ba4" providerId="ADAL" clId="{EF23FE1D-A042-481E-AFD7-2A9FB0847F54}" dt="2026-08-14T19:15:41.580" v="1841" actId="478"/>
          <ac:graphicFrameMkLst>
            <pc:docMk/>
            <pc:sldMk cId="4010495952" sldId="297"/>
            <ac:graphicFrameMk id="2" creationId="{C858A027-735B-5A7F-A791-D6F149708CB9}"/>
          </ac:graphicFrameMkLst>
        </pc:graphicFrameChg>
        <pc:picChg chg="add mod">
          <ac:chgData name="Michael Hill" userId="41dba03d-e58d-4389-9894-554c10310ba4" providerId="ADAL" clId="{EF23FE1D-A042-481E-AFD7-2A9FB0847F54}" dt="2026-08-14T19:18:18.526" v="2320" actId="14100"/>
          <ac:picMkLst>
            <pc:docMk/>
            <pc:sldMk cId="4010495952" sldId="297"/>
            <ac:picMk id="5" creationId="{B06CA0EE-85A7-697A-65E5-F6F6CA44854A}"/>
          </ac:picMkLst>
        </pc:picChg>
      </pc:sldChg>
      <pc:sldChg chg="delSp modSp add mod">
        <pc:chgData name="Michael Hill" userId="41dba03d-e58d-4389-9894-554c10310ba4" providerId="ADAL" clId="{EF23FE1D-A042-481E-AFD7-2A9FB0847F54}" dt="2026-08-14T19:22:27.058" v="2854" actId="20577"/>
        <pc:sldMkLst>
          <pc:docMk/>
          <pc:sldMk cId="2530683723" sldId="298"/>
        </pc:sldMkLst>
        <pc:spChg chg="mod">
          <ac:chgData name="Michael Hill" userId="41dba03d-e58d-4389-9894-554c10310ba4" providerId="ADAL" clId="{EF23FE1D-A042-481E-AFD7-2A9FB0847F54}" dt="2026-08-14T19:20:38.132" v="2407" actId="14100"/>
          <ac:spMkLst>
            <pc:docMk/>
            <pc:sldMk cId="2530683723" sldId="298"/>
            <ac:spMk id="12" creationId="{5F172AE1-7573-EE34-C8D1-8FB9867C08CC}"/>
          </ac:spMkLst>
        </pc:spChg>
        <pc:spChg chg="mod">
          <ac:chgData name="Michael Hill" userId="41dba03d-e58d-4389-9894-554c10310ba4" providerId="ADAL" clId="{EF23FE1D-A042-481E-AFD7-2A9FB0847F54}" dt="2026-08-14T19:20:42.832" v="2408" actId="1076"/>
          <ac:spMkLst>
            <pc:docMk/>
            <pc:sldMk cId="2530683723" sldId="298"/>
            <ac:spMk id="14" creationId="{2A2EC9FA-6B29-5C88-2E6D-205240E946A1}"/>
          </ac:spMkLst>
        </pc:spChg>
        <pc:spChg chg="mod">
          <ac:chgData name="Michael Hill" userId="41dba03d-e58d-4389-9894-554c10310ba4" providerId="ADAL" clId="{EF23FE1D-A042-481E-AFD7-2A9FB0847F54}" dt="2026-08-14T19:22:27.058" v="2854" actId="20577"/>
          <ac:spMkLst>
            <pc:docMk/>
            <pc:sldMk cId="2530683723" sldId="298"/>
            <ac:spMk id="16" creationId="{F57AEAF5-C0C8-343B-7651-020780CDFE49}"/>
          </ac:spMkLst>
        </pc:spChg>
        <pc:picChg chg="del">
          <ac:chgData name="Michael Hill" userId="41dba03d-e58d-4389-9894-554c10310ba4" providerId="ADAL" clId="{EF23FE1D-A042-481E-AFD7-2A9FB0847F54}" dt="2026-08-14T19:20:44.045" v="2409" actId="478"/>
          <ac:picMkLst>
            <pc:docMk/>
            <pc:sldMk cId="2530683723" sldId="298"/>
            <ac:picMk id="5" creationId="{48C91AAE-B5F5-E52A-386A-D061A3D95A20}"/>
          </ac:picMkLst>
        </pc:picChg>
      </pc:sldChg>
      <pc:sldChg chg="add del">
        <pc:chgData name="Michael Hill" userId="41dba03d-e58d-4389-9894-554c10310ba4" providerId="ADAL" clId="{EF23FE1D-A042-481E-AFD7-2A9FB0847F54}" dt="2026-08-14T19:17:55.951" v="2316" actId="2890"/>
        <pc:sldMkLst>
          <pc:docMk/>
          <pc:sldMk cId="3076377481" sldId="298"/>
        </pc:sldMkLst>
      </pc:sldChg>
      <pc:sldChg chg="delSp modSp add mod">
        <pc:chgData name="Michael Hill" userId="41dba03d-e58d-4389-9894-554c10310ba4" providerId="ADAL" clId="{EF23FE1D-A042-481E-AFD7-2A9FB0847F54}" dt="2026-08-14T19:30:35.784" v="4245" actId="20577"/>
        <pc:sldMkLst>
          <pc:docMk/>
          <pc:sldMk cId="1649291882" sldId="299"/>
        </pc:sldMkLst>
        <pc:spChg chg="mod">
          <ac:chgData name="Michael Hill" userId="41dba03d-e58d-4389-9894-554c10310ba4" providerId="ADAL" clId="{EF23FE1D-A042-481E-AFD7-2A9FB0847F54}" dt="2026-08-14T19:30:35.784" v="4245" actId="20577"/>
          <ac:spMkLst>
            <pc:docMk/>
            <pc:sldMk cId="1649291882" sldId="299"/>
            <ac:spMk id="16" creationId="{74588378-31CB-7518-E4ED-703083233012}"/>
          </ac:spMkLst>
        </pc:spChg>
        <pc:picChg chg="del">
          <ac:chgData name="Michael Hill" userId="41dba03d-e58d-4389-9894-554c10310ba4" providerId="ADAL" clId="{EF23FE1D-A042-481E-AFD7-2A9FB0847F54}" dt="2026-08-14T19:30:07.709" v="4144" actId="478"/>
          <ac:picMkLst>
            <pc:docMk/>
            <pc:sldMk cId="1649291882" sldId="299"/>
            <ac:picMk id="5" creationId="{AD4D78C0-027C-AFDE-A9E6-8FBCBDD1C2FA}"/>
          </ac:picMkLst>
        </pc:picChg>
      </pc:sldChg>
      <pc:sldChg chg="add del">
        <pc:chgData name="Michael Hill" userId="41dba03d-e58d-4389-9894-554c10310ba4" providerId="ADAL" clId="{EF23FE1D-A042-481E-AFD7-2A9FB0847F54}" dt="2026-08-14T19:25:46.125" v="3195" actId="2890"/>
        <pc:sldMkLst>
          <pc:docMk/>
          <pc:sldMk cId="2606627885" sldId="300"/>
        </pc:sldMkLst>
      </pc:sldChg>
      <pc:sldChg chg="addSp delSp modSp add mod">
        <pc:chgData name="Michael Hill" userId="41dba03d-e58d-4389-9894-554c10310ba4" providerId="ADAL" clId="{EF23FE1D-A042-481E-AFD7-2A9FB0847F54}" dt="2026-08-14T19:27:46.736" v="3517" actId="20577"/>
        <pc:sldMkLst>
          <pc:docMk/>
          <pc:sldMk cId="2732187400" sldId="300"/>
        </pc:sldMkLst>
        <pc:spChg chg="mod">
          <ac:chgData name="Michael Hill" userId="41dba03d-e58d-4389-9894-554c10310ba4" providerId="ADAL" clId="{EF23FE1D-A042-481E-AFD7-2A9FB0847F54}" dt="2026-08-14T19:26:43.242" v="3388" actId="20577"/>
          <ac:spMkLst>
            <pc:docMk/>
            <pc:sldMk cId="2732187400" sldId="300"/>
            <ac:spMk id="16" creationId="{1695D182-7A5E-0453-43D5-CE9E8636B0E0}"/>
          </ac:spMkLst>
        </pc:spChg>
        <pc:graphicFrameChg chg="del">
          <ac:chgData name="Michael Hill" userId="41dba03d-e58d-4389-9894-554c10310ba4" providerId="ADAL" clId="{EF23FE1D-A042-481E-AFD7-2A9FB0847F54}" dt="2026-08-14T19:26:23.059" v="3252" actId="478"/>
          <ac:graphicFrameMkLst>
            <pc:docMk/>
            <pc:sldMk cId="2732187400" sldId="300"/>
            <ac:graphicFrameMk id="2" creationId="{317FCF12-944F-B1D8-D09D-70DAA95A6C00}"/>
          </ac:graphicFrameMkLst>
        </pc:graphicFrameChg>
        <pc:graphicFrameChg chg="add modGraphic">
          <ac:chgData name="Michael Hill" userId="41dba03d-e58d-4389-9894-554c10310ba4" providerId="ADAL" clId="{EF23FE1D-A042-481E-AFD7-2A9FB0847F54}" dt="2026-08-14T19:27:46.736" v="3517" actId="20577"/>
          <ac:graphicFrameMkLst>
            <pc:docMk/>
            <pc:sldMk cId="2732187400" sldId="300"/>
            <ac:graphicFrameMk id="5" creationId="{CF874281-7D42-615A-A82D-8EAF3604D2CD}"/>
          </ac:graphicFrameMkLst>
        </pc:graphicFrameChg>
      </pc:sldChg>
      <pc:sldChg chg="addSp modSp add mod">
        <pc:chgData name="Michael Hill" userId="41dba03d-e58d-4389-9894-554c10310ba4" providerId="ADAL" clId="{EF23FE1D-A042-481E-AFD7-2A9FB0847F54}" dt="2026-08-14T19:28:24.246" v="3695" actId="20577"/>
        <pc:sldMkLst>
          <pc:docMk/>
          <pc:sldMk cId="2473413766" sldId="301"/>
        </pc:sldMkLst>
        <pc:spChg chg="mod">
          <ac:chgData name="Michael Hill" userId="41dba03d-e58d-4389-9894-554c10310ba4" providerId="ADAL" clId="{EF23FE1D-A042-481E-AFD7-2A9FB0847F54}" dt="2026-08-14T19:28:24.246" v="3695" actId="20577"/>
          <ac:spMkLst>
            <pc:docMk/>
            <pc:sldMk cId="2473413766" sldId="301"/>
            <ac:spMk id="16" creationId="{365B4849-2EE8-2B2A-9695-402C436F59B5}"/>
          </ac:spMkLst>
        </pc:spChg>
        <pc:graphicFrameChg chg="add modGraphic">
          <ac:chgData name="Michael Hill" userId="41dba03d-e58d-4389-9894-554c10310ba4" providerId="ADAL" clId="{EF23FE1D-A042-481E-AFD7-2A9FB0847F54}" dt="2026-08-14T19:28:13.872" v="3628" actId="20577"/>
          <ac:graphicFrameMkLst>
            <pc:docMk/>
            <pc:sldMk cId="2473413766" sldId="301"/>
            <ac:graphicFrameMk id="4" creationId="{2EE013E6-740D-3222-66FA-2F50422BB015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28:56.567" v="3864" actId="20577"/>
        <pc:sldMkLst>
          <pc:docMk/>
          <pc:sldMk cId="3231734351" sldId="302"/>
        </pc:sldMkLst>
        <pc:spChg chg="mod">
          <ac:chgData name="Michael Hill" userId="41dba03d-e58d-4389-9894-554c10310ba4" providerId="ADAL" clId="{EF23FE1D-A042-481E-AFD7-2A9FB0847F54}" dt="2026-08-14T19:28:56.567" v="3864" actId="20577"/>
          <ac:spMkLst>
            <pc:docMk/>
            <pc:sldMk cId="3231734351" sldId="302"/>
            <ac:spMk id="16" creationId="{31871FC7-C6C9-32C3-0A2F-2987D86D992C}"/>
          </ac:spMkLst>
        </pc:spChg>
        <pc:graphicFrameChg chg="modGraphic">
          <ac:chgData name="Michael Hill" userId="41dba03d-e58d-4389-9894-554c10310ba4" providerId="ADAL" clId="{EF23FE1D-A042-481E-AFD7-2A9FB0847F54}" dt="2026-08-14T19:28:51.019" v="3841" actId="20577"/>
          <ac:graphicFrameMkLst>
            <pc:docMk/>
            <pc:sldMk cId="3231734351" sldId="302"/>
            <ac:graphicFrameMk id="4" creationId="{4CECEB55-4A52-20AD-FCEA-E790EA09C171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30:00.277" v="4143" actId="20577"/>
        <pc:sldMkLst>
          <pc:docMk/>
          <pc:sldMk cId="3468437193" sldId="303"/>
        </pc:sldMkLst>
        <pc:spChg chg="mod">
          <ac:chgData name="Michael Hill" userId="41dba03d-e58d-4389-9894-554c10310ba4" providerId="ADAL" clId="{EF23FE1D-A042-481E-AFD7-2A9FB0847F54}" dt="2026-08-14T19:30:00.277" v="4143" actId="20577"/>
          <ac:spMkLst>
            <pc:docMk/>
            <pc:sldMk cId="3468437193" sldId="303"/>
            <ac:spMk id="16" creationId="{91A29477-BB9E-E7A7-F35A-60C6C5585AD9}"/>
          </ac:spMkLst>
        </pc:spChg>
        <pc:graphicFrameChg chg="modGraphic">
          <ac:chgData name="Michael Hill" userId="41dba03d-e58d-4389-9894-554c10310ba4" providerId="ADAL" clId="{EF23FE1D-A042-481E-AFD7-2A9FB0847F54}" dt="2026-08-14T19:29:41.152" v="4049" actId="20577"/>
          <ac:graphicFrameMkLst>
            <pc:docMk/>
            <pc:sldMk cId="3468437193" sldId="303"/>
            <ac:graphicFrameMk id="4" creationId="{744B1A95-DD15-55AA-83AD-23D2B448E71D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31:12.595" v="4334" actId="20577"/>
        <pc:sldMkLst>
          <pc:docMk/>
          <pc:sldMk cId="2192650716" sldId="304"/>
        </pc:sldMkLst>
        <pc:spChg chg="mod">
          <ac:chgData name="Michael Hill" userId="41dba03d-e58d-4389-9894-554c10310ba4" providerId="ADAL" clId="{EF23FE1D-A042-481E-AFD7-2A9FB0847F54}" dt="2026-08-14T19:30:51.362" v="4270" actId="14100"/>
          <ac:spMkLst>
            <pc:docMk/>
            <pc:sldMk cId="2192650716" sldId="304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08-14T19:30:55.717" v="4272" actId="1076"/>
          <ac:spMkLst>
            <pc:docMk/>
            <pc:sldMk cId="2192650716" sldId="304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08-14T19:31:12.595" v="4334" actId="20577"/>
          <ac:spMkLst>
            <pc:docMk/>
            <pc:sldMk cId="2192650716" sldId="304"/>
            <ac:spMk id="16" creationId="{104F567A-E19C-74A7-B049-CF176EB9CF80}"/>
          </ac:spMkLst>
        </pc:spChg>
      </pc:sldChg>
      <pc:sldChg chg="modSp add mod">
        <pc:chgData name="Michael Hill" userId="41dba03d-e58d-4389-9894-554c10310ba4" providerId="ADAL" clId="{EF23FE1D-A042-481E-AFD7-2A9FB0847F54}" dt="2026-08-14T19:31:42.623" v="4503" actId="20577"/>
        <pc:sldMkLst>
          <pc:docMk/>
          <pc:sldMk cId="2511243" sldId="305"/>
        </pc:sldMkLst>
        <pc:spChg chg="mod">
          <ac:chgData name="Michael Hill" userId="41dba03d-e58d-4389-9894-554c10310ba4" providerId="ADAL" clId="{EF23FE1D-A042-481E-AFD7-2A9FB0847F54}" dt="2026-08-14T19:31:42.623" v="4503" actId="20577"/>
          <ac:spMkLst>
            <pc:docMk/>
            <pc:sldMk cId="2511243" sldId="305"/>
            <ac:spMk id="16" creationId="{BCDE0666-1586-CB66-6FE3-442ECA044984}"/>
          </ac:spMkLst>
        </pc:spChg>
      </pc:sldChg>
      <pc:sldChg chg="modSp add mod">
        <pc:chgData name="Michael Hill" userId="41dba03d-e58d-4389-9894-554c10310ba4" providerId="ADAL" clId="{EF23FE1D-A042-481E-AFD7-2A9FB0847F54}" dt="2026-08-14T19:32:11.682" v="4600" actId="20577"/>
        <pc:sldMkLst>
          <pc:docMk/>
          <pc:sldMk cId="713445811" sldId="306"/>
        </pc:sldMkLst>
        <pc:spChg chg="mod">
          <ac:chgData name="Michael Hill" userId="41dba03d-e58d-4389-9894-554c10310ba4" providerId="ADAL" clId="{EF23FE1D-A042-481E-AFD7-2A9FB0847F54}" dt="2026-08-14T19:32:11.682" v="4600" actId="20577"/>
          <ac:spMkLst>
            <pc:docMk/>
            <pc:sldMk cId="713445811" sldId="306"/>
            <ac:spMk id="16" creationId="{FCD8E78E-6B50-CCA4-DCF4-91965B2D600B}"/>
          </ac:spMkLst>
        </pc:spChg>
      </pc:sldChg>
      <pc:sldChg chg="modSp add mod">
        <pc:chgData name="Michael Hill" userId="41dba03d-e58d-4389-9894-554c10310ba4" providerId="ADAL" clId="{EF23FE1D-A042-481E-AFD7-2A9FB0847F54}" dt="2026-08-14T19:32:58.719" v="4877" actId="20577"/>
        <pc:sldMkLst>
          <pc:docMk/>
          <pc:sldMk cId="3934829719" sldId="307"/>
        </pc:sldMkLst>
        <pc:spChg chg="mod">
          <ac:chgData name="Michael Hill" userId="41dba03d-e58d-4389-9894-554c10310ba4" providerId="ADAL" clId="{EF23FE1D-A042-481E-AFD7-2A9FB0847F54}" dt="2026-08-14T19:32:58.719" v="4877" actId="20577"/>
          <ac:spMkLst>
            <pc:docMk/>
            <pc:sldMk cId="3934829719" sldId="307"/>
            <ac:spMk id="16" creationId="{4E4C84A8-4FD0-F04D-05FF-52D19A6EC2DB}"/>
          </ac:spMkLst>
        </pc:spChg>
      </pc:sldChg>
      <pc:sldChg chg="modSp add mod">
        <pc:chgData name="Michael Hill" userId="41dba03d-e58d-4389-9894-554c10310ba4" providerId="ADAL" clId="{EF23FE1D-A042-481E-AFD7-2A9FB0847F54}" dt="2026-08-14T19:47:07.633" v="4957" actId="20577"/>
        <pc:sldMkLst>
          <pc:docMk/>
          <pc:sldMk cId="631038492" sldId="308"/>
        </pc:sldMkLst>
        <pc:spChg chg="mod">
          <ac:chgData name="Michael Hill" userId="41dba03d-e58d-4389-9894-554c10310ba4" providerId="ADAL" clId="{EF23FE1D-A042-481E-AFD7-2A9FB0847F54}" dt="2026-08-14T19:33:11.155" v="4910" actId="14100"/>
          <ac:spMkLst>
            <pc:docMk/>
            <pc:sldMk cId="631038492" sldId="308"/>
            <ac:spMk id="12" creationId="{40635CFB-3686-F700-FDCA-94684897AC92}"/>
          </ac:spMkLst>
        </pc:spChg>
        <pc:spChg chg="mod">
          <ac:chgData name="Michael Hill" userId="41dba03d-e58d-4389-9894-554c10310ba4" providerId="ADAL" clId="{EF23FE1D-A042-481E-AFD7-2A9FB0847F54}" dt="2026-08-14T19:33:16.502" v="4911" actId="1076"/>
          <ac:spMkLst>
            <pc:docMk/>
            <pc:sldMk cId="631038492" sldId="308"/>
            <ac:spMk id="14" creationId="{723A6588-ED3E-E03A-2975-4C2A7DDAB49C}"/>
          </ac:spMkLst>
        </pc:spChg>
        <pc:spChg chg="mod">
          <ac:chgData name="Michael Hill" userId="41dba03d-e58d-4389-9894-554c10310ba4" providerId="ADAL" clId="{EF23FE1D-A042-481E-AFD7-2A9FB0847F54}" dt="2026-08-14T19:47:07.633" v="4957" actId="20577"/>
          <ac:spMkLst>
            <pc:docMk/>
            <pc:sldMk cId="631038492" sldId="308"/>
            <ac:spMk id="16" creationId="{29D24C59-A61D-C551-F880-B65ADD7168EA}"/>
          </ac:spMkLst>
        </pc:spChg>
      </pc:sldChg>
      <pc:sldChg chg="modSp add mod">
        <pc:chgData name="Michael Hill" userId="41dba03d-e58d-4389-9894-554c10310ba4" providerId="ADAL" clId="{EF23FE1D-A042-481E-AFD7-2A9FB0847F54}" dt="2026-08-14T19:48:27.028" v="5230" actId="20577"/>
        <pc:sldMkLst>
          <pc:docMk/>
          <pc:sldMk cId="2921624082" sldId="309"/>
        </pc:sldMkLst>
        <pc:spChg chg="mod">
          <ac:chgData name="Michael Hill" userId="41dba03d-e58d-4389-9894-554c10310ba4" providerId="ADAL" clId="{EF23FE1D-A042-481E-AFD7-2A9FB0847F54}" dt="2026-08-14T19:48:27.028" v="5230" actId="20577"/>
          <ac:spMkLst>
            <pc:docMk/>
            <pc:sldMk cId="2921624082" sldId="309"/>
            <ac:spMk id="16" creationId="{B9159A13-1344-2129-CF5E-4D6C8F6C830F}"/>
          </ac:spMkLst>
        </pc:spChg>
      </pc:sldChg>
      <pc:sldChg chg="addSp modSp add mod">
        <pc:chgData name="Michael Hill" userId="41dba03d-e58d-4389-9894-554c10310ba4" providerId="ADAL" clId="{EF23FE1D-A042-481E-AFD7-2A9FB0847F54}" dt="2026-08-14T19:49:22.413" v="5286" actId="1076"/>
        <pc:sldMkLst>
          <pc:docMk/>
          <pc:sldMk cId="2405721443" sldId="310"/>
        </pc:sldMkLst>
        <pc:spChg chg="mod">
          <ac:chgData name="Michael Hill" userId="41dba03d-e58d-4389-9894-554c10310ba4" providerId="ADAL" clId="{EF23FE1D-A042-481E-AFD7-2A9FB0847F54}" dt="2026-08-14T19:48:57.355" v="5281" actId="313"/>
          <ac:spMkLst>
            <pc:docMk/>
            <pc:sldMk cId="2405721443" sldId="310"/>
            <ac:spMk id="16" creationId="{DFBFBA1D-04E5-1D1B-02D7-ABE76CE3CEA8}"/>
          </ac:spMkLst>
        </pc:spChg>
        <pc:picChg chg="add mod">
          <ac:chgData name="Michael Hill" userId="41dba03d-e58d-4389-9894-554c10310ba4" providerId="ADAL" clId="{EF23FE1D-A042-481E-AFD7-2A9FB0847F54}" dt="2026-08-14T19:49:22.413" v="5286" actId="1076"/>
          <ac:picMkLst>
            <pc:docMk/>
            <pc:sldMk cId="2405721443" sldId="310"/>
            <ac:picMk id="2" creationId="{1D5E3A66-1CA8-E654-1485-B1935CB8CFAD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4T19:50:43.693" v="5543" actId="1076"/>
        <pc:sldMkLst>
          <pc:docMk/>
          <pc:sldMk cId="2834303849" sldId="311"/>
        </pc:sldMkLst>
        <pc:spChg chg="mod">
          <ac:chgData name="Michael Hill" userId="41dba03d-e58d-4389-9894-554c10310ba4" providerId="ADAL" clId="{EF23FE1D-A042-481E-AFD7-2A9FB0847F54}" dt="2026-08-14T19:50:41.234" v="5542" actId="20577"/>
          <ac:spMkLst>
            <pc:docMk/>
            <pc:sldMk cId="2834303849" sldId="311"/>
            <ac:spMk id="16" creationId="{DCC4043F-884A-2AB6-383C-EAC9A1D0FC23}"/>
          </ac:spMkLst>
        </pc:spChg>
        <pc:picChg chg="del">
          <ac:chgData name="Michael Hill" userId="41dba03d-e58d-4389-9894-554c10310ba4" providerId="ADAL" clId="{EF23FE1D-A042-481E-AFD7-2A9FB0847F54}" dt="2026-08-14T19:49:52.738" v="5288" actId="478"/>
          <ac:picMkLst>
            <pc:docMk/>
            <pc:sldMk cId="2834303849" sldId="311"/>
            <ac:picMk id="2" creationId="{26BF1E8A-9DCB-298E-7D9C-8203C19A8C62}"/>
          </ac:picMkLst>
        </pc:picChg>
        <pc:picChg chg="add mod">
          <ac:chgData name="Michael Hill" userId="41dba03d-e58d-4389-9894-554c10310ba4" providerId="ADAL" clId="{EF23FE1D-A042-481E-AFD7-2A9FB0847F54}" dt="2026-08-14T19:50:43.693" v="5543" actId="1076"/>
          <ac:picMkLst>
            <pc:docMk/>
            <pc:sldMk cId="2834303849" sldId="311"/>
            <ac:picMk id="5" creationId="{7F525627-9BB5-BF08-5D5D-1CCBFA3EA496}"/>
          </ac:picMkLst>
        </pc:picChg>
      </pc:sldChg>
      <pc:sldChg chg="delSp modSp add mod">
        <pc:chgData name="Michael Hill" userId="41dba03d-e58d-4389-9894-554c10310ba4" providerId="ADAL" clId="{EF23FE1D-A042-481E-AFD7-2A9FB0847F54}" dt="2026-08-14T19:51:36.699" v="5768" actId="20577"/>
        <pc:sldMkLst>
          <pc:docMk/>
          <pc:sldMk cId="1715714476" sldId="312"/>
        </pc:sldMkLst>
        <pc:spChg chg="mod">
          <ac:chgData name="Michael Hill" userId="41dba03d-e58d-4389-9894-554c10310ba4" providerId="ADAL" clId="{EF23FE1D-A042-481E-AFD7-2A9FB0847F54}" dt="2026-08-14T19:50:58.328" v="5572" actId="14100"/>
          <ac:spMkLst>
            <pc:docMk/>
            <pc:sldMk cId="1715714476" sldId="312"/>
            <ac:spMk id="12" creationId="{38F7F4D8-F3A1-BFD4-762A-9D5D52733E1A}"/>
          </ac:spMkLst>
        </pc:spChg>
        <pc:spChg chg="mod">
          <ac:chgData name="Michael Hill" userId="41dba03d-e58d-4389-9894-554c10310ba4" providerId="ADAL" clId="{EF23FE1D-A042-481E-AFD7-2A9FB0847F54}" dt="2026-08-14T19:51:00.124" v="5573" actId="1076"/>
          <ac:spMkLst>
            <pc:docMk/>
            <pc:sldMk cId="1715714476" sldId="312"/>
            <ac:spMk id="14" creationId="{6C101F23-D013-554A-83D2-840C7F16CDBD}"/>
          </ac:spMkLst>
        </pc:spChg>
        <pc:spChg chg="mod">
          <ac:chgData name="Michael Hill" userId="41dba03d-e58d-4389-9894-554c10310ba4" providerId="ADAL" clId="{EF23FE1D-A042-481E-AFD7-2A9FB0847F54}" dt="2026-08-14T19:51:36.699" v="5768" actId="20577"/>
          <ac:spMkLst>
            <pc:docMk/>
            <pc:sldMk cId="1715714476" sldId="312"/>
            <ac:spMk id="16" creationId="{1B9B61E5-3CD4-16EC-BF3D-B3CD867C4313}"/>
          </ac:spMkLst>
        </pc:spChg>
        <pc:picChg chg="del">
          <ac:chgData name="Michael Hill" userId="41dba03d-e58d-4389-9894-554c10310ba4" providerId="ADAL" clId="{EF23FE1D-A042-481E-AFD7-2A9FB0847F54}" dt="2026-08-14T19:50:48.006" v="5545" actId="478"/>
          <ac:picMkLst>
            <pc:docMk/>
            <pc:sldMk cId="1715714476" sldId="312"/>
            <ac:picMk id="5" creationId="{A4128472-6D25-A786-FFB0-E45F78DF62C7}"/>
          </ac:picMkLst>
        </pc:picChg>
      </pc:sldChg>
      <pc:sldChg chg="modSp add mod">
        <pc:chgData name="Michael Hill" userId="41dba03d-e58d-4389-9894-554c10310ba4" providerId="ADAL" clId="{EF23FE1D-A042-481E-AFD7-2A9FB0847F54}" dt="2026-08-14T19:53:50.961" v="6181" actId="20577"/>
        <pc:sldMkLst>
          <pc:docMk/>
          <pc:sldMk cId="2912088711" sldId="313"/>
        </pc:sldMkLst>
        <pc:spChg chg="mod">
          <ac:chgData name="Michael Hill" userId="41dba03d-e58d-4389-9894-554c10310ba4" providerId="ADAL" clId="{EF23FE1D-A042-481E-AFD7-2A9FB0847F54}" dt="2026-08-14T19:51:49.873" v="5799" actId="14100"/>
          <ac:spMkLst>
            <pc:docMk/>
            <pc:sldMk cId="2912088711" sldId="313"/>
            <ac:spMk id="12" creationId="{D4CA33A9-EC6B-B6B4-11E2-538432AC71FE}"/>
          </ac:spMkLst>
        </pc:spChg>
        <pc:spChg chg="mod">
          <ac:chgData name="Michael Hill" userId="41dba03d-e58d-4389-9894-554c10310ba4" providerId="ADAL" clId="{EF23FE1D-A042-481E-AFD7-2A9FB0847F54}" dt="2026-08-14T19:51:51.713" v="5800" actId="1076"/>
          <ac:spMkLst>
            <pc:docMk/>
            <pc:sldMk cId="2912088711" sldId="313"/>
            <ac:spMk id="14" creationId="{F5A6B999-A497-F759-F984-61321DADC430}"/>
          </ac:spMkLst>
        </pc:spChg>
        <pc:spChg chg="mod">
          <ac:chgData name="Michael Hill" userId="41dba03d-e58d-4389-9894-554c10310ba4" providerId="ADAL" clId="{EF23FE1D-A042-481E-AFD7-2A9FB0847F54}" dt="2026-08-14T19:53:50.961" v="6181" actId="20577"/>
          <ac:spMkLst>
            <pc:docMk/>
            <pc:sldMk cId="2912088711" sldId="313"/>
            <ac:spMk id="16" creationId="{B4358032-CC4C-8E77-D6A2-368135B14C33}"/>
          </ac:spMkLst>
        </pc:spChg>
      </pc:sldChg>
      <pc:sldChg chg="modSp add mod">
        <pc:chgData name="Michael Hill" userId="41dba03d-e58d-4389-9894-554c10310ba4" providerId="ADAL" clId="{EF23FE1D-A042-481E-AFD7-2A9FB0847F54}" dt="2026-08-14T19:55:00.536" v="6485" actId="20577"/>
        <pc:sldMkLst>
          <pc:docMk/>
          <pc:sldMk cId="4152522032" sldId="314"/>
        </pc:sldMkLst>
        <pc:spChg chg="mod">
          <ac:chgData name="Michael Hill" userId="41dba03d-e58d-4389-9894-554c10310ba4" providerId="ADAL" clId="{EF23FE1D-A042-481E-AFD7-2A9FB0847F54}" dt="2026-08-14T19:55:00.536" v="6485" actId="20577"/>
          <ac:spMkLst>
            <pc:docMk/>
            <pc:sldMk cId="4152522032" sldId="314"/>
            <ac:spMk id="16" creationId="{4256C373-23FC-1D8C-3D5D-2CF3BAEDC528}"/>
          </ac:spMkLst>
        </pc:spChg>
      </pc:sldChg>
      <pc:sldChg chg="modSp add mod">
        <pc:chgData name="Michael Hill" userId="41dba03d-e58d-4389-9894-554c10310ba4" providerId="ADAL" clId="{EF23FE1D-A042-481E-AFD7-2A9FB0847F54}" dt="2026-08-14T19:55:33.182" v="6611" actId="20577"/>
        <pc:sldMkLst>
          <pc:docMk/>
          <pc:sldMk cId="3016746545" sldId="315"/>
        </pc:sldMkLst>
        <pc:spChg chg="mod">
          <ac:chgData name="Michael Hill" userId="41dba03d-e58d-4389-9894-554c10310ba4" providerId="ADAL" clId="{EF23FE1D-A042-481E-AFD7-2A9FB0847F54}" dt="2026-08-14T19:55:33.182" v="6611" actId="20577"/>
          <ac:spMkLst>
            <pc:docMk/>
            <pc:sldMk cId="3016746545" sldId="315"/>
            <ac:spMk id="16" creationId="{8E66CF9B-0EB5-6758-F50D-FC95C7899E0F}"/>
          </ac:spMkLst>
        </pc:spChg>
      </pc:sldChg>
      <pc:sldChg chg="modSp add mod">
        <pc:chgData name="Michael Hill" userId="41dba03d-e58d-4389-9894-554c10310ba4" providerId="ADAL" clId="{EF23FE1D-A042-481E-AFD7-2A9FB0847F54}" dt="2026-08-14T19:55:58.756" v="6741" actId="20577"/>
        <pc:sldMkLst>
          <pc:docMk/>
          <pc:sldMk cId="1439584791" sldId="316"/>
        </pc:sldMkLst>
        <pc:spChg chg="mod">
          <ac:chgData name="Michael Hill" userId="41dba03d-e58d-4389-9894-554c10310ba4" providerId="ADAL" clId="{EF23FE1D-A042-481E-AFD7-2A9FB0847F54}" dt="2026-08-14T19:55:42.713" v="6637" actId="14100"/>
          <ac:spMkLst>
            <pc:docMk/>
            <pc:sldMk cId="1439584791" sldId="316"/>
            <ac:spMk id="12" creationId="{A53121CA-D85C-4B30-AECF-DF36C3072E89}"/>
          </ac:spMkLst>
        </pc:spChg>
        <pc:spChg chg="mod">
          <ac:chgData name="Michael Hill" userId="41dba03d-e58d-4389-9894-554c10310ba4" providerId="ADAL" clId="{EF23FE1D-A042-481E-AFD7-2A9FB0847F54}" dt="2026-08-14T19:55:44.966" v="6638" actId="1076"/>
          <ac:spMkLst>
            <pc:docMk/>
            <pc:sldMk cId="1439584791" sldId="316"/>
            <ac:spMk id="14" creationId="{4AED3A72-7CAB-C802-4A6D-A74DE95E9DDC}"/>
          </ac:spMkLst>
        </pc:spChg>
        <pc:spChg chg="mod">
          <ac:chgData name="Michael Hill" userId="41dba03d-e58d-4389-9894-554c10310ba4" providerId="ADAL" clId="{EF23FE1D-A042-481E-AFD7-2A9FB0847F54}" dt="2026-08-14T19:55:58.756" v="6741" actId="20577"/>
          <ac:spMkLst>
            <pc:docMk/>
            <pc:sldMk cId="1439584791" sldId="316"/>
            <ac:spMk id="16" creationId="{23E82A5E-BF06-CE9B-5673-05D8F98B8685}"/>
          </ac:spMkLst>
        </pc:spChg>
      </pc:sldChg>
      <pc:sldChg chg="modSp add mod">
        <pc:chgData name="Michael Hill" userId="41dba03d-e58d-4389-9894-554c10310ba4" providerId="ADAL" clId="{EF23FE1D-A042-481E-AFD7-2A9FB0847F54}" dt="2026-08-14T19:56:59.331" v="6918"/>
        <pc:sldMkLst>
          <pc:docMk/>
          <pc:sldMk cId="627517892" sldId="317"/>
        </pc:sldMkLst>
        <pc:spChg chg="mod">
          <ac:chgData name="Michael Hill" userId="41dba03d-e58d-4389-9894-554c10310ba4" providerId="ADAL" clId="{EF23FE1D-A042-481E-AFD7-2A9FB0847F54}" dt="2026-08-14T19:56:59.331" v="6918"/>
          <ac:spMkLst>
            <pc:docMk/>
            <pc:sldMk cId="627517892" sldId="317"/>
            <ac:spMk id="16" creationId="{43485B22-AA46-DAC5-862F-844B1FAEFC9A}"/>
          </ac:spMkLst>
        </pc:spChg>
      </pc:sldChg>
      <pc:sldChg chg="modSp add mod">
        <pc:chgData name="Michael Hill" userId="41dba03d-e58d-4389-9894-554c10310ba4" providerId="ADAL" clId="{EF23FE1D-A042-481E-AFD7-2A9FB0847F54}" dt="2026-08-14T19:57:55.220" v="7017" actId="20577"/>
        <pc:sldMkLst>
          <pc:docMk/>
          <pc:sldMk cId="3918056586" sldId="318"/>
        </pc:sldMkLst>
        <pc:spChg chg="mod">
          <ac:chgData name="Michael Hill" userId="41dba03d-e58d-4389-9894-554c10310ba4" providerId="ADAL" clId="{EF23FE1D-A042-481E-AFD7-2A9FB0847F54}" dt="2026-08-14T19:57:55.220" v="7017" actId="20577"/>
          <ac:spMkLst>
            <pc:docMk/>
            <pc:sldMk cId="3918056586" sldId="318"/>
            <ac:spMk id="16" creationId="{36389C1C-7B00-1B01-6E11-BB5F9688E6DF}"/>
          </ac:spMkLst>
        </pc:spChg>
      </pc:sldChg>
      <pc:sldChg chg="modSp add mod">
        <pc:chgData name="Michael Hill" userId="41dba03d-e58d-4389-9894-554c10310ba4" providerId="ADAL" clId="{EF23FE1D-A042-481E-AFD7-2A9FB0847F54}" dt="2026-08-14T20:00:34.131" v="7582" actId="20577"/>
        <pc:sldMkLst>
          <pc:docMk/>
          <pc:sldMk cId="2883402745" sldId="319"/>
        </pc:sldMkLst>
        <pc:spChg chg="mod">
          <ac:chgData name="Michael Hill" userId="41dba03d-e58d-4389-9894-554c10310ba4" providerId="ADAL" clId="{EF23FE1D-A042-481E-AFD7-2A9FB0847F54}" dt="2026-08-14T19:58:10.219" v="7037" actId="14100"/>
          <ac:spMkLst>
            <pc:docMk/>
            <pc:sldMk cId="2883402745" sldId="319"/>
            <ac:spMk id="12" creationId="{29912C0E-9A9D-1B89-BA5D-76562D49B91B}"/>
          </ac:spMkLst>
        </pc:spChg>
        <pc:spChg chg="mod">
          <ac:chgData name="Michael Hill" userId="41dba03d-e58d-4389-9894-554c10310ba4" providerId="ADAL" clId="{EF23FE1D-A042-481E-AFD7-2A9FB0847F54}" dt="2026-08-14T19:58:12.460" v="7038" actId="1076"/>
          <ac:spMkLst>
            <pc:docMk/>
            <pc:sldMk cId="2883402745" sldId="319"/>
            <ac:spMk id="14" creationId="{59B109E7-FDB1-8546-0EB0-B5950F8F4A45}"/>
          </ac:spMkLst>
        </pc:spChg>
        <pc:spChg chg="mod">
          <ac:chgData name="Michael Hill" userId="41dba03d-e58d-4389-9894-554c10310ba4" providerId="ADAL" clId="{EF23FE1D-A042-481E-AFD7-2A9FB0847F54}" dt="2026-08-14T20:00:34.131" v="7582" actId="20577"/>
          <ac:spMkLst>
            <pc:docMk/>
            <pc:sldMk cId="2883402745" sldId="319"/>
            <ac:spMk id="16" creationId="{7BD56963-FE4C-E611-C30F-3EC68AE65F62}"/>
          </ac:spMkLst>
        </pc:spChg>
      </pc:sldChg>
      <pc:sldChg chg="modSp add mod">
        <pc:chgData name="Michael Hill" userId="41dba03d-e58d-4389-9894-554c10310ba4" providerId="ADAL" clId="{EF23FE1D-A042-481E-AFD7-2A9FB0847F54}" dt="2026-08-14T20:00:17.436" v="7530" actId="20577"/>
        <pc:sldMkLst>
          <pc:docMk/>
          <pc:sldMk cId="913790490" sldId="320"/>
        </pc:sldMkLst>
        <pc:spChg chg="mod">
          <ac:chgData name="Michael Hill" userId="41dba03d-e58d-4389-9894-554c10310ba4" providerId="ADAL" clId="{EF23FE1D-A042-481E-AFD7-2A9FB0847F54}" dt="2026-08-14T20:00:17.436" v="7530" actId="20577"/>
          <ac:spMkLst>
            <pc:docMk/>
            <pc:sldMk cId="913790490" sldId="320"/>
            <ac:spMk id="16" creationId="{43975C38-7A31-CA28-94AA-5C9322CE431F}"/>
          </ac:spMkLst>
        </pc:spChg>
      </pc:sldChg>
      <pc:sldChg chg="modSp add mod">
        <pc:chgData name="Michael Hill" userId="41dba03d-e58d-4389-9894-554c10310ba4" providerId="ADAL" clId="{EF23FE1D-A042-481E-AFD7-2A9FB0847F54}" dt="2026-08-14T20:02:35.086" v="8108" actId="20577"/>
        <pc:sldMkLst>
          <pc:docMk/>
          <pc:sldMk cId="3110449579" sldId="321"/>
        </pc:sldMkLst>
        <pc:spChg chg="mod">
          <ac:chgData name="Michael Hill" userId="41dba03d-e58d-4389-9894-554c10310ba4" providerId="ADAL" clId="{EF23FE1D-A042-481E-AFD7-2A9FB0847F54}" dt="2026-08-14T20:01:00.807" v="7596" actId="20577"/>
          <ac:spMkLst>
            <pc:docMk/>
            <pc:sldMk cId="3110449579" sldId="321"/>
            <ac:spMk id="12" creationId="{8D10118B-800E-0ABF-F00D-F63DDFF16B46}"/>
          </ac:spMkLst>
        </pc:spChg>
        <pc:spChg chg="mod">
          <ac:chgData name="Michael Hill" userId="41dba03d-e58d-4389-9894-554c10310ba4" providerId="ADAL" clId="{EF23FE1D-A042-481E-AFD7-2A9FB0847F54}" dt="2026-08-14T20:02:35.086" v="8108" actId="20577"/>
          <ac:spMkLst>
            <pc:docMk/>
            <pc:sldMk cId="3110449579" sldId="321"/>
            <ac:spMk id="16" creationId="{535E36A7-A71A-5068-1AE6-A0FE8E5C8B79}"/>
          </ac:spMkLst>
        </pc:spChg>
      </pc:sldChg>
      <pc:sldChg chg="modSp add mod">
        <pc:chgData name="Michael Hill" userId="41dba03d-e58d-4389-9894-554c10310ba4" providerId="ADAL" clId="{EF23FE1D-A042-481E-AFD7-2A9FB0847F54}" dt="2026-08-14T20:37:08.209" v="8458" actId="20577"/>
        <pc:sldMkLst>
          <pc:docMk/>
          <pc:sldMk cId="361663154" sldId="322"/>
        </pc:sldMkLst>
        <pc:spChg chg="mod">
          <ac:chgData name="Michael Hill" userId="41dba03d-e58d-4389-9894-554c10310ba4" providerId="ADAL" clId="{EF23FE1D-A042-481E-AFD7-2A9FB0847F54}" dt="2026-08-14T20:35:30.860" v="8270" actId="14100"/>
          <ac:spMkLst>
            <pc:docMk/>
            <pc:sldMk cId="361663154" sldId="322"/>
            <ac:spMk id="12" creationId="{8C70122B-97C0-A90D-82D6-02660BA26E22}"/>
          </ac:spMkLst>
        </pc:spChg>
        <pc:spChg chg="mod">
          <ac:chgData name="Michael Hill" userId="41dba03d-e58d-4389-9894-554c10310ba4" providerId="ADAL" clId="{EF23FE1D-A042-481E-AFD7-2A9FB0847F54}" dt="2026-08-14T20:35:32.929" v="8271" actId="1076"/>
          <ac:spMkLst>
            <pc:docMk/>
            <pc:sldMk cId="361663154" sldId="322"/>
            <ac:spMk id="14" creationId="{9D299DA7-D621-4329-3ECD-A0B360704E7D}"/>
          </ac:spMkLst>
        </pc:spChg>
        <pc:spChg chg="mod">
          <ac:chgData name="Michael Hill" userId="41dba03d-e58d-4389-9894-554c10310ba4" providerId="ADAL" clId="{EF23FE1D-A042-481E-AFD7-2A9FB0847F54}" dt="2026-08-14T20:37:08.209" v="8458" actId="20577"/>
          <ac:spMkLst>
            <pc:docMk/>
            <pc:sldMk cId="361663154" sldId="322"/>
            <ac:spMk id="16" creationId="{5245E91B-01BA-850A-5C5C-A72B91FD05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30730" y="4272579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575209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THREE OPERATIONS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Warm Up Question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Is a Gate?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Human Gates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Many Rows?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XOR &amp; Chaining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CircuitVerse Build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Black Box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713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your 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Computers stay shut until I say - you need them twice today, and not yet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i="1" dirty="0">
              <a:latin typeface="Chiller" panose="04020404031007020602" pitchFamily="82" charset="0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Think of any game you have played where a move is only allowed if two separate things are both true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State the rule in plain English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Not the strategy. The rule.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Every rule you just gave me is the same operation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"The king and the rook have both not moved" - both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"You have the wood and you have the brick" - 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operation is called AND. There are only two others worth knowing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Your rules stay on the board all lesson. We come back to them at the end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IS A GATE?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logic gate takes one or two inputs, each TRUE or FALSE, and produces one output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is the entire job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gate does not know what game it is in, what the pieces are, or why anyone cares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knows its rule and nothing else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Three gates: NOT, AND, OR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Everything else in this room, and in every computer you own, is these three stacked up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6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IS A GATE?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NOT flips its input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One input, one output. Written NOT 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4470400" y="3420000"/>
          <a:ext cx="3251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6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IS A GATE?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AND is true only when both inputs are true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Written A AND 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Two inputs this time. Count the rows and hold onto that number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3657600" y="3420000"/>
          <a:ext cx="4876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69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IS A GATE?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OR is true when at least one input is true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Including when both are true - that is the one that catches people out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Also two inputs. Also four rows. Any ideas why?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3657600" y="3420000"/>
          <a:ext cx="4876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TURN: SHOW 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Cards out. TRUE on one side, FALSE on the other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 call a gate and two input values. You show me the output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 conferring. I want to see thirteen cards go up at once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→ LAB Q1 - fill in all three tables now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HUMAN GATES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Three of you at the front: two inputs and one gate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inputs pick their own values and hold up a card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gate announces the output before the class checks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Then we rotate, and everybody takes a turn as the gate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gate is not allowed to think about the game. Only about the rule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MANY ROWS?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complete truth table has one row for every possible combination of inputs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 input: 2 rows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 inputs: 4 rows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3 inputs: 8 rows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Where have you seen 2, 4, 8, 16 before?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MANY ROWS?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 inputs needs 2 to the power n rows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is the same doubling as bit width from Day 3, because it is the same thing: n binary digits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3 inputs is just the numbers 000 to 111, counted in binary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8 inputs would need 256 rows. This is why nobody tables a real chip by hand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→ LAB Q2 - do it now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7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XOR: EXCLUSIVE 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XOR is true when exactly one input is true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One or the other, but not both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Look at the bottom row and compare it against 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3657600" y="3420000"/>
          <a:ext cx="4876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XOR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XOR: EXCLUSIVE 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OR says at least one. XOR says exactly 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"Do you want tea or coffee?" - you cannot have both. That is XOR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"Bring a pen or a pencil" - both is fine. That one really is 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English uses the same word for both and lets you guess. A computer cannot guess, so it got two gates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XOR: WHY A DESIGNER CARES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"Exactly one of you may claim this tile" - a rule with tension in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"At least one of you may claim this tile" - barely a rule at all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Same two players, same tile, one word different. Only one of those is a game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→ LAB Q3 - table it, then answer part 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NAND AND NOR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NAND is AND with the output flipped. NOR is OR with the output flipped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NAND on its own can build every other gate, including AND, OR and NOT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Real chips are built almost entirely out of NAND, for manufacturing reasons rather than mathematical ones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 are going to build one in two slides without me telling you that is what you are doing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QUICK MATHS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Evaluate each of these for A = 1, B = 0, C = 1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AND B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OR B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NOT C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(A OR B) AND NOT 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Work the inside of the brackets first, same as arithmetic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→ LAB Q4 - all four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6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CHAINING GATES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Feed the output of one gate straight into the input of another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NOT (A AND B): work out A AND B first, then flip 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2844800" y="3420000"/>
          <a:ext cx="6502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CHAINING GATES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output column is the exact opposite of 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 NOT (A AND B) is NAND - the gate from three slides ago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 just built a gate out of two other gates. That is the whole of chip design, repeated a billion times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→ LAB Q5 - build the table, then name 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CIRCUITVERSE: BUILD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circuitverse.org - simulator only, no login. Four builds, and each one needs more gates than the last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One AND gate. Two inputs, one output. Toggle all four combinations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NOT (A AND B). Two gates. Then tell me what you have built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(A OR B) AND NOT C. Three gates, three inputs - and you have to test all eight rows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XOR, using only AND, OR and NOT. No shortcuts from the palette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→ LAB Q5 - record all four as you go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CIRCUITVERSE: FOUR GATES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XOR out of the basic three is (A OR B) AND NOT (A AND B)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One OR, one AND, one NOT, one more AND. Four gates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Nobody handed you an XOR. You built one out of parts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is what the NAND slide was claiming, and you have just proved it on a laptop instead of taking my word for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If your output column does not match, check it against the XOR table you filled in on Q3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BLACK BOX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Back page of the lab. Pens down, find a partner, and put a hand over your writing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One of you is the box. Secretly pick a gate: AND, OR, XOR or NAND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other one probes. Name an input pair, and you are told the output. Nothing else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Keep probing until you can name the gate. Fewest probes wins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Then swap, and this time you are the one guessing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→ LAB Q6, parts a to f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3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 RULE IS NOT A MECHANIC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"You may only move if A and B" is a restriction. Delete the logic and the game still works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is a rule wearing a gate costume. It fails the load-bearing test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mechanic hands the gate to the player as a thing they hold, spend, place or probe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Gate cards in your hand that you play onto the board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hidden gate an opponent has to pay to probe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circuit you are both rewiring to force the output your way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Test: delete the gates. If there is still a game, you wrote a rule. Send it back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1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BANK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Your tab, entry #3. Two mechanics where the gate is a component, not a restriction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Not a mechanic: you may play a card if the colour matches AND the number is higher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Reskin it and the logic disappears. That is a restriction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Mechanic: you hold AND, OR, NOT and XOR cards and place them between two live inputs, racing to force the output node true before your opponent flips it with a NOT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Mechanic: every player has a hidden gate. Probing costs you a turn, and the information is worth more than the gate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 just played that one. It took eight minutes and nobody was bored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5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LAB GRADE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Your lab for today is ICA 1-4 - Gates and Gatekeepers, and it is on the GitHub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Every question on it had class time. If you are behind, it is homework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70000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CLOSING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Look back at the board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Label every rule you gave me this morning: AND, OR, NOT or XOR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Every rule in every game you have ever played is these three operations stacked up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Next time: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 stop building the machine and start being it - one instruction at a time, by hand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1650</Words>
  <Application>Microsoft Office PowerPoint</Application>
  <PresentationFormat>Widescreen</PresentationFormat>
  <Paragraphs>217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Bahnschrift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</cp:revision>
  <dcterms:created xsi:type="dcterms:W3CDTF">2026-08-13T18:52:07Z</dcterms:created>
  <dcterms:modified xsi:type="dcterms:W3CDTF">2026-09-03T17:08:15Z</dcterms:modified>
</cp:coreProperties>
</file>