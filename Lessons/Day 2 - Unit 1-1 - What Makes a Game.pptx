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4" r:id="rId9"/>
    <p:sldId id="283" r:id="rId10"/>
    <p:sldId id="285" r:id="rId11"/>
    <p:sldId id="286" r:id="rId12"/>
    <p:sldId id="287" r:id="rId13"/>
    <p:sldId id="288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8-26T14:58:31.001" v="2661" actId="47"/>
      <pc:docMkLst>
        <pc:docMk/>
      </pc:docMkLst>
      <pc:sldChg chg="addSp modSp mod">
        <pc:chgData name="Michael Hill" userId="41dba03d-e58d-4389-9894-554c10310ba4" providerId="ADAL" clId="{EF23FE1D-A042-481E-AFD7-2A9FB0847F54}" dt="2026-08-14T16:07:30.449" v="388" actId="1076"/>
        <pc:sldMkLst>
          <pc:docMk/>
          <pc:sldMk cId="3346394562" sldId="256"/>
        </pc:sldMkLst>
        <pc:spChg chg="add mod">
          <ac:chgData name="Michael Hill" userId="41dba03d-e58d-4389-9894-554c10310ba4" providerId="ADAL" clId="{EF23FE1D-A042-481E-AFD7-2A9FB0847F54}" dt="2026-08-14T16:04:50.181" v="49" actId="1076"/>
          <ac:spMkLst>
            <pc:docMk/>
            <pc:sldMk cId="3346394562" sldId="256"/>
            <ac:spMk id="2" creationId="{142A3F4D-F474-B915-E173-B56E57D3CE69}"/>
          </ac:spMkLst>
        </pc:spChg>
        <pc:spChg chg="mod">
          <ac:chgData name="Michael Hill" userId="41dba03d-e58d-4389-9894-554c10310ba4" providerId="ADAL" clId="{EF23FE1D-A042-481E-AFD7-2A9FB0847F54}" dt="2026-08-14T16:03:28.599" v="1" actId="208"/>
          <ac:spMkLst>
            <pc:docMk/>
            <pc:sldMk cId="3346394562" sldId="256"/>
            <ac:spMk id="5" creationId="{ADD58C41-DE5A-3F97-1073-80435EAC10E5}"/>
          </ac:spMkLst>
        </pc:spChg>
        <pc:spChg chg="mod">
          <ac:chgData name="Michael Hill" userId="41dba03d-e58d-4389-9894-554c10310ba4" providerId="ADAL" clId="{EF23FE1D-A042-481E-AFD7-2A9FB0847F54}" dt="2026-08-14T16:04:53.045" v="50" actId="1076"/>
          <ac:spMkLst>
            <pc:docMk/>
            <pc:sldMk cId="3346394562" sldId="256"/>
            <ac:spMk id="8" creationId="{C64711EC-5C02-3E0D-2684-97CA50D62B24}"/>
          </ac:spMkLst>
        </pc:spChg>
        <pc:spChg chg="mod">
          <ac:chgData name="Michael Hill" userId="41dba03d-e58d-4389-9894-554c10310ba4" providerId="ADAL" clId="{EF23FE1D-A042-481E-AFD7-2A9FB0847F54}" dt="2026-08-14T16:04:55.171" v="51" actId="1076"/>
          <ac:spMkLst>
            <pc:docMk/>
            <pc:sldMk cId="3346394562" sldId="256"/>
            <ac:spMk id="9" creationId="{E30230C0-C256-6203-A5F6-19223FE071E4}"/>
          </ac:spMkLst>
        </pc:spChg>
        <pc:spChg chg="mod">
          <ac:chgData name="Michael Hill" userId="41dba03d-e58d-4389-9894-554c10310ba4" providerId="ADAL" clId="{EF23FE1D-A042-481E-AFD7-2A9FB0847F54}" dt="2026-08-14T16:05:05.256" v="78" actId="14100"/>
          <ac:spMkLst>
            <pc:docMk/>
            <pc:sldMk cId="3346394562" sldId="256"/>
            <ac:spMk id="12" creationId="{019215A8-6C2C-22D9-03C2-41E38104D972}"/>
          </ac:spMkLst>
        </pc:spChg>
        <pc:spChg chg="mod">
          <ac:chgData name="Michael Hill" userId="41dba03d-e58d-4389-9894-554c10310ba4" providerId="ADAL" clId="{EF23FE1D-A042-481E-AFD7-2A9FB0847F54}" dt="2026-08-14T16:03:29.689" v="2" actId="208"/>
          <ac:spMkLst>
            <pc:docMk/>
            <pc:sldMk cId="3346394562" sldId="256"/>
            <ac:spMk id="14" creationId="{EBE531CC-A060-48E0-AD9D-FE42573EED82}"/>
          </ac:spMkLst>
        </pc:spChg>
        <pc:spChg chg="mod">
          <ac:chgData name="Michael Hill" userId="41dba03d-e58d-4389-9894-554c10310ba4" providerId="ADAL" clId="{EF23FE1D-A042-481E-AFD7-2A9FB0847F54}" dt="2026-08-14T16:04:57.616" v="53" actId="20577"/>
          <ac:spMkLst>
            <pc:docMk/>
            <pc:sldMk cId="3346394562" sldId="256"/>
            <ac:spMk id="15" creationId="{3B5E4966-129D-0E9B-593A-7270EC6C0EA0}"/>
          </ac:spMkLst>
        </pc:spChg>
        <pc:spChg chg="mod">
          <ac:chgData name="Michael Hill" userId="41dba03d-e58d-4389-9894-554c10310ba4" providerId="ADAL" clId="{EF23FE1D-A042-481E-AFD7-2A9FB0847F54}" dt="2026-08-14T16:06:29.109" v="292" actId="20577"/>
          <ac:spMkLst>
            <pc:docMk/>
            <pc:sldMk cId="3346394562" sldId="256"/>
            <ac:spMk id="16" creationId="{17204734-3FD9-9A03-0700-AC2D2E083E4F}"/>
          </ac:spMkLst>
        </pc:spChg>
        <pc:spChg chg="mod">
          <ac:chgData name="Michael Hill" userId="41dba03d-e58d-4389-9894-554c10310ba4" providerId="ADAL" clId="{EF23FE1D-A042-481E-AFD7-2A9FB0847F54}" dt="2026-08-14T16:07:28.362" v="387" actId="14100"/>
          <ac:spMkLst>
            <pc:docMk/>
            <pc:sldMk cId="3346394562" sldId="256"/>
            <ac:spMk id="25" creationId="{76BB1E97-9746-97B6-FA11-641333A2EC2E}"/>
          </ac:spMkLst>
        </pc:spChg>
        <pc:cxnChg chg="mod">
          <ac:chgData name="Michael Hill" userId="41dba03d-e58d-4389-9894-554c10310ba4" providerId="ADAL" clId="{EF23FE1D-A042-481E-AFD7-2A9FB0847F54}" dt="2026-08-14T16:07:30.449" v="388" actId="1076"/>
          <ac:cxnSpMkLst>
            <pc:docMk/>
            <pc:sldMk cId="3346394562" sldId="256"/>
            <ac:cxnSpMk id="32" creationId="{184BFF6B-CD7D-43AB-C049-4D6FC7CD133B}"/>
          </ac:cxnSpMkLst>
        </pc:cxnChg>
      </pc:sldChg>
      <pc:sldChg chg="delSp modSp del mod">
        <pc:chgData name="Michael Hill" userId="41dba03d-e58d-4389-9894-554c10310ba4" providerId="ADAL" clId="{EF23FE1D-A042-481E-AFD7-2A9FB0847F54}" dt="2026-08-26T14:58:31.001" v="2661" actId="47"/>
        <pc:sldMkLst>
          <pc:docMk/>
          <pc:sldMk cId="715987682" sldId="257"/>
        </pc:sldMkLst>
      </pc:sldChg>
      <pc:sldChg chg="addSp modSp add mod">
        <pc:chgData name="Michael Hill" userId="41dba03d-e58d-4389-9894-554c10310ba4" providerId="ADAL" clId="{EF23FE1D-A042-481E-AFD7-2A9FB0847F54}" dt="2026-08-14T16:11:40.138" v="679" actId="1076"/>
        <pc:sldMkLst>
          <pc:docMk/>
          <pc:sldMk cId="2259809939" sldId="277"/>
        </pc:sldMkLst>
        <pc:spChg chg="mod">
          <ac:chgData name="Michael Hill" userId="41dba03d-e58d-4389-9894-554c10310ba4" providerId="ADAL" clId="{EF23FE1D-A042-481E-AFD7-2A9FB0847F54}" dt="2026-08-14T16:09:44.829" v="431" actId="1076"/>
          <ac:spMkLst>
            <pc:docMk/>
            <pc:sldMk cId="2259809939" sldId="277"/>
            <ac:spMk id="12" creationId="{9779B201-CCCD-7A1E-E6AC-048C88CD713C}"/>
          </ac:spMkLst>
        </pc:spChg>
        <pc:spChg chg="mod">
          <ac:chgData name="Michael Hill" userId="41dba03d-e58d-4389-9894-554c10310ba4" providerId="ADAL" clId="{EF23FE1D-A042-481E-AFD7-2A9FB0847F54}" dt="2026-08-14T16:09:47.502" v="432" actId="1076"/>
          <ac:spMkLst>
            <pc:docMk/>
            <pc:sldMk cId="2259809939" sldId="277"/>
            <ac:spMk id="14" creationId="{9A6F02B1-22B6-7842-7A3D-CC481F71CDFC}"/>
          </ac:spMkLst>
        </pc:spChg>
        <pc:spChg chg="mod">
          <ac:chgData name="Michael Hill" userId="41dba03d-e58d-4389-9894-554c10310ba4" providerId="ADAL" clId="{EF23FE1D-A042-481E-AFD7-2A9FB0847F54}" dt="2026-08-14T16:11:17.339" v="667" actId="1076"/>
          <ac:spMkLst>
            <pc:docMk/>
            <pc:sldMk cId="2259809939" sldId="277"/>
            <ac:spMk id="16" creationId="{C55A0244-1BC8-8E42-6B7D-82C4CF2062A7}"/>
          </ac:spMkLst>
        </pc:spChg>
        <pc:picChg chg="add mod">
          <ac:chgData name="Michael Hill" userId="41dba03d-e58d-4389-9894-554c10310ba4" providerId="ADAL" clId="{EF23FE1D-A042-481E-AFD7-2A9FB0847F54}" dt="2026-08-14T16:10:02.988" v="436"/>
          <ac:picMkLst>
            <pc:docMk/>
            <pc:sldMk cId="2259809939" sldId="277"/>
            <ac:picMk id="2" creationId="{16BE3D8E-C7BB-7362-A0D6-950A1569521B}"/>
          </ac:picMkLst>
        </pc:picChg>
        <pc:picChg chg="add mod modCrop">
          <ac:chgData name="Michael Hill" userId="41dba03d-e58d-4389-9894-554c10310ba4" providerId="ADAL" clId="{EF23FE1D-A042-481E-AFD7-2A9FB0847F54}" dt="2026-08-14T16:10:18.366" v="440" actId="1076"/>
          <ac:picMkLst>
            <pc:docMk/>
            <pc:sldMk cId="2259809939" sldId="277"/>
            <ac:picMk id="4" creationId="{CB6C1001-AE08-8192-67C8-8C1E1CBE8004}"/>
          </ac:picMkLst>
        </pc:picChg>
        <pc:cxnChg chg="mod">
          <ac:chgData name="Michael Hill" userId="41dba03d-e58d-4389-9894-554c10310ba4" providerId="ADAL" clId="{EF23FE1D-A042-481E-AFD7-2A9FB0847F54}" dt="2026-08-14T16:11:40.138" v="679" actId="1076"/>
          <ac:cxnSpMkLst>
            <pc:docMk/>
            <pc:sldMk cId="2259809939" sldId="277"/>
            <ac:cxnSpMk id="20" creationId="{97290330-5FBB-C88B-15EA-F7B851DCFD71}"/>
          </ac:cxnSpMkLst>
        </pc:cxnChg>
      </pc:sldChg>
      <pc:sldChg chg="modSp add mod modShow">
        <pc:chgData name="Michael Hill" userId="41dba03d-e58d-4389-9894-554c10310ba4" providerId="ADAL" clId="{EF23FE1D-A042-481E-AFD7-2A9FB0847F54}" dt="2026-08-14T16:11:50.858" v="687" actId="729"/>
        <pc:sldMkLst>
          <pc:docMk/>
          <pc:sldMk cId="765738410" sldId="278"/>
        </pc:sldMkLst>
        <pc:spChg chg="mod">
          <ac:chgData name="Michael Hill" userId="41dba03d-e58d-4389-9894-554c10310ba4" providerId="ADAL" clId="{EF23FE1D-A042-481E-AFD7-2A9FB0847F54}" dt="2026-08-14T16:11:46.424" v="686" actId="20577"/>
          <ac:spMkLst>
            <pc:docMk/>
            <pc:sldMk cId="765738410" sldId="278"/>
            <ac:spMk id="12" creationId="{2C8BAF31-3E57-DC1D-4C52-F16DBAABD0FB}"/>
          </ac:spMkLst>
        </pc:spChg>
      </pc:sldChg>
      <pc:sldChg chg="addSp delSp modSp add mod ord">
        <pc:chgData name="Michael Hill" userId="41dba03d-e58d-4389-9894-554c10310ba4" providerId="ADAL" clId="{EF23FE1D-A042-481E-AFD7-2A9FB0847F54}" dt="2026-08-14T16:18:28.481" v="1128" actId="1076"/>
        <pc:sldMkLst>
          <pc:docMk/>
          <pc:sldMk cId="47545580" sldId="279"/>
        </pc:sldMkLst>
        <pc:spChg chg="mod">
          <ac:chgData name="Michael Hill" userId="41dba03d-e58d-4389-9894-554c10310ba4" providerId="ADAL" clId="{EF23FE1D-A042-481E-AFD7-2A9FB0847F54}" dt="2026-08-14T16:12:21.852" v="715" actId="14100"/>
          <ac:spMkLst>
            <pc:docMk/>
            <pc:sldMk cId="47545580" sldId="279"/>
            <ac:spMk id="12" creationId="{755EE5B0-0EE8-926D-8BD8-C4AFB23699BC}"/>
          </ac:spMkLst>
        </pc:spChg>
        <pc:spChg chg="mod">
          <ac:chgData name="Michael Hill" userId="41dba03d-e58d-4389-9894-554c10310ba4" providerId="ADAL" clId="{EF23FE1D-A042-481E-AFD7-2A9FB0847F54}" dt="2026-08-14T16:18:28.481" v="1128" actId="1076"/>
          <ac:spMkLst>
            <pc:docMk/>
            <pc:sldMk cId="47545580" sldId="279"/>
            <ac:spMk id="14" creationId="{7E70646F-FDDA-AFD7-87CA-AA2B2EE79AF9}"/>
          </ac:spMkLst>
        </pc:spChg>
        <pc:spChg chg="mod">
          <ac:chgData name="Michael Hill" userId="41dba03d-e58d-4389-9894-554c10310ba4" providerId="ADAL" clId="{EF23FE1D-A042-481E-AFD7-2A9FB0847F54}" dt="2026-08-14T16:18:02.077" v="1108" actId="20577"/>
          <ac:spMkLst>
            <pc:docMk/>
            <pc:sldMk cId="47545580" sldId="279"/>
            <ac:spMk id="16" creationId="{4E1C4EE9-697D-2D83-7DCE-AAEE96BDDB97}"/>
          </ac:spMkLst>
        </pc:spChg>
        <pc:picChg chg="add mod">
          <ac:chgData name="Michael Hill" userId="41dba03d-e58d-4389-9894-554c10310ba4" providerId="ADAL" clId="{EF23FE1D-A042-481E-AFD7-2A9FB0847F54}" dt="2026-08-14T16:16:09.978" v="1086" actId="1076"/>
          <ac:picMkLst>
            <pc:docMk/>
            <pc:sldMk cId="47545580" sldId="279"/>
            <ac:picMk id="4" creationId="{DDC76E07-4387-18A5-F349-721D13A299F0}"/>
          </ac:picMkLst>
        </pc:picChg>
      </pc:sldChg>
      <pc:sldChg chg="modSp add mod">
        <pc:chgData name="Michael Hill" userId="41dba03d-e58d-4389-9894-554c10310ba4" providerId="ADAL" clId="{EF23FE1D-A042-481E-AFD7-2A9FB0847F54}" dt="2026-08-14T16:30:53.344" v="1178" actId="20577"/>
        <pc:sldMkLst>
          <pc:docMk/>
          <pc:sldMk cId="1172067810" sldId="280"/>
        </pc:sldMkLst>
        <pc:spChg chg="mod">
          <ac:chgData name="Michael Hill" userId="41dba03d-e58d-4389-9894-554c10310ba4" providerId="ADAL" clId="{EF23FE1D-A042-481E-AFD7-2A9FB0847F54}" dt="2026-08-14T16:18:21.651" v="1126" actId="14100"/>
          <ac:spMkLst>
            <pc:docMk/>
            <pc:sldMk cId="1172067810" sldId="280"/>
            <ac:spMk id="12" creationId="{402BBF13-95C5-866A-BB0D-30DF96DCD374}"/>
          </ac:spMkLst>
        </pc:spChg>
        <pc:spChg chg="mod">
          <ac:chgData name="Michael Hill" userId="41dba03d-e58d-4389-9894-554c10310ba4" providerId="ADAL" clId="{EF23FE1D-A042-481E-AFD7-2A9FB0847F54}" dt="2026-08-14T16:18:25.354" v="1127" actId="1076"/>
          <ac:spMkLst>
            <pc:docMk/>
            <pc:sldMk cId="1172067810" sldId="280"/>
            <ac:spMk id="14" creationId="{E47D4F56-BBC2-EADE-3585-E394E463E6E5}"/>
          </ac:spMkLst>
        </pc:spChg>
        <pc:spChg chg="mod">
          <ac:chgData name="Michael Hill" userId="41dba03d-e58d-4389-9894-554c10310ba4" providerId="ADAL" clId="{EF23FE1D-A042-481E-AFD7-2A9FB0847F54}" dt="2026-08-14T16:30:53.344" v="1178" actId="20577"/>
          <ac:spMkLst>
            <pc:docMk/>
            <pc:sldMk cId="1172067810" sldId="280"/>
            <ac:spMk id="16" creationId="{73CF6A26-0FB6-7EDA-312A-397D6925F009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4T16:38:28.860" v="1254" actId="1076"/>
        <pc:sldMkLst>
          <pc:docMk/>
          <pc:sldMk cId="3407044126" sldId="281"/>
        </pc:sldMkLst>
        <pc:spChg chg="mod">
          <ac:chgData name="Michael Hill" userId="41dba03d-e58d-4389-9894-554c10310ba4" providerId="ADAL" clId="{EF23FE1D-A042-481E-AFD7-2A9FB0847F54}" dt="2026-08-14T16:38:27.235" v="1253" actId="14100"/>
          <ac:spMkLst>
            <pc:docMk/>
            <pc:sldMk cId="3407044126" sldId="281"/>
            <ac:spMk id="16" creationId="{28563454-E44B-4F77-4CC4-59CC5AB3D636}"/>
          </ac:spMkLst>
        </pc:spChg>
        <pc:picChg chg="add mod">
          <ac:chgData name="Michael Hill" userId="41dba03d-e58d-4389-9894-554c10310ba4" providerId="ADAL" clId="{EF23FE1D-A042-481E-AFD7-2A9FB0847F54}" dt="2026-08-14T16:38:28.860" v="1254" actId="1076"/>
          <ac:picMkLst>
            <pc:docMk/>
            <pc:sldMk cId="3407044126" sldId="281"/>
            <ac:picMk id="2" creationId="{E7ACA011-A4C4-94D2-7FA1-DC8ED5281D76}"/>
          </ac:picMkLst>
        </pc:picChg>
      </pc:sldChg>
      <pc:sldChg chg="modSp add mod">
        <pc:chgData name="Michael Hill" userId="41dba03d-e58d-4389-9894-554c10310ba4" providerId="ADAL" clId="{EF23FE1D-A042-481E-AFD7-2A9FB0847F54}" dt="2026-08-14T16:42:09.773" v="1327" actId="20577"/>
        <pc:sldMkLst>
          <pc:docMk/>
          <pc:sldMk cId="1259096593" sldId="282"/>
        </pc:sldMkLst>
        <pc:spChg chg="mod">
          <ac:chgData name="Michael Hill" userId="41dba03d-e58d-4389-9894-554c10310ba4" providerId="ADAL" clId="{EF23FE1D-A042-481E-AFD7-2A9FB0847F54}" dt="2026-08-14T16:42:09.773" v="1327" actId="20577"/>
          <ac:spMkLst>
            <pc:docMk/>
            <pc:sldMk cId="1259096593" sldId="282"/>
            <ac:spMk id="16" creationId="{70174807-5583-D482-011B-7EBB48EC8C2B}"/>
          </ac:spMkLst>
        </pc:spChg>
        <pc:picChg chg="mod">
          <ac:chgData name="Michael Hill" userId="41dba03d-e58d-4389-9894-554c10310ba4" providerId="ADAL" clId="{EF23FE1D-A042-481E-AFD7-2A9FB0847F54}" dt="2026-08-14T16:41:45.388" v="1256" actId="1076"/>
          <ac:picMkLst>
            <pc:docMk/>
            <pc:sldMk cId="1259096593" sldId="282"/>
            <ac:picMk id="2" creationId="{680715C2-53E2-BFA7-7485-65EAD3968758}"/>
          </ac:picMkLst>
        </pc:picChg>
      </pc:sldChg>
      <pc:sldChg chg="modSp add mod">
        <pc:chgData name="Michael Hill" userId="41dba03d-e58d-4389-9894-554c10310ba4" providerId="ADAL" clId="{EF23FE1D-A042-481E-AFD7-2A9FB0847F54}" dt="2026-08-14T16:43:38.062" v="1626" actId="14100"/>
        <pc:sldMkLst>
          <pc:docMk/>
          <pc:sldMk cId="2110035184" sldId="283"/>
        </pc:sldMkLst>
        <pc:spChg chg="mod">
          <ac:chgData name="Michael Hill" userId="41dba03d-e58d-4389-9894-554c10310ba4" providerId="ADAL" clId="{EF23FE1D-A042-481E-AFD7-2A9FB0847F54}" dt="2026-08-14T16:43:38.062" v="1626" actId="14100"/>
          <ac:spMkLst>
            <pc:docMk/>
            <pc:sldMk cId="2110035184" sldId="283"/>
            <ac:spMk id="16" creationId="{71FC446F-9B4D-8581-3344-B93EBE2F54AB}"/>
          </ac:spMkLst>
        </pc:spChg>
      </pc:sldChg>
      <pc:sldChg chg="modSp add mod">
        <pc:chgData name="Michael Hill" userId="41dba03d-e58d-4389-9894-554c10310ba4" providerId="ADAL" clId="{EF23FE1D-A042-481E-AFD7-2A9FB0847F54}" dt="2026-08-14T16:44:10.850" v="1694" actId="20577"/>
        <pc:sldMkLst>
          <pc:docMk/>
          <pc:sldMk cId="1267135835" sldId="284"/>
        </pc:sldMkLst>
        <pc:spChg chg="mod">
          <ac:chgData name="Michael Hill" userId="41dba03d-e58d-4389-9894-554c10310ba4" providerId="ADAL" clId="{EF23FE1D-A042-481E-AFD7-2A9FB0847F54}" dt="2026-08-14T16:44:10.850" v="1694" actId="20577"/>
          <ac:spMkLst>
            <pc:docMk/>
            <pc:sldMk cId="1267135835" sldId="284"/>
            <ac:spMk id="16" creationId="{20BF5B60-6E94-1756-54A4-42FD0628BC82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8T19:50:54.101" v="2660" actId="20577"/>
        <pc:sldMkLst>
          <pc:docMk/>
          <pc:sldMk cId="2544795102" sldId="285"/>
        </pc:sldMkLst>
        <pc:spChg chg="add mod">
          <ac:chgData name="Michael Hill" userId="41dba03d-e58d-4389-9894-554c10310ba4" providerId="ADAL" clId="{EF23FE1D-A042-481E-AFD7-2A9FB0847F54}" dt="2026-08-14T17:15:21.159" v="1758" actId="1076"/>
          <ac:spMkLst>
            <pc:docMk/>
            <pc:sldMk cId="2544795102" sldId="285"/>
            <ac:spMk id="6" creationId="{297AA61E-03D7-0440-4B18-271B9DE2AB3E}"/>
          </ac:spMkLst>
        </pc:spChg>
        <pc:spChg chg="mod">
          <ac:chgData name="Michael Hill" userId="41dba03d-e58d-4389-9894-554c10310ba4" providerId="ADAL" clId="{EF23FE1D-A042-481E-AFD7-2A9FB0847F54}" dt="2026-08-14T16:47:00.848" v="1722" actId="14100"/>
          <ac:spMkLst>
            <pc:docMk/>
            <pc:sldMk cId="2544795102" sldId="285"/>
            <ac:spMk id="12" creationId="{81765C9C-D8EB-03B3-2EA3-E4CC05AD1230}"/>
          </ac:spMkLst>
        </pc:spChg>
        <pc:spChg chg="mod">
          <ac:chgData name="Michael Hill" userId="41dba03d-e58d-4389-9894-554c10310ba4" providerId="ADAL" clId="{EF23FE1D-A042-481E-AFD7-2A9FB0847F54}" dt="2026-08-14T16:47:03.628" v="1723" actId="1076"/>
          <ac:spMkLst>
            <pc:docMk/>
            <pc:sldMk cId="2544795102" sldId="285"/>
            <ac:spMk id="14" creationId="{11C622FD-DFFD-19AA-5078-35E68513E2AF}"/>
          </ac:spMkLst>
        </pc:spChg>
        <pc:graphicFrameChg chg="add mod modGraphic">
          <ac:chgData name="Michael Hill" userId="41dba03d-e58d-4389-9894-554c10310ba4" providerId="ADAL" clId="{EF23FE1D-A042-481E-AFD7-2A9FB0847F54}" dt="2026-08-18T19:50:54.101" v="2660" actId="20577"/>
          <ac:graphicFrameMkLst>
            <pc:docMk/>
            <pc:sldMk cId="2544795102" sldId="285"/>
            <ac:graphicFrameMk id="4" creationId="{18F752FC-549B-AF14-2801-00AE4A304285}"/>
          </ac:graphicFrameMkLst>
        </pc:graphicFrameChg>
      </pc:sldChg>
      <pc:sldChg chg="addSp delSp modSp add mod ord">
        <pc:chgData name="Michael Hill" userId="41dba03d-e58d-4389-9894-554c10310ba4" providerId="ADAL" clId="{EF23FE1D-A042-481E-AFD7-2A9FB0847F54}" dt="2026-08-14T17:17:16.521" v="2144" actId="1076"/>
        <pc:sldMkLst>
          <pc:docMk/>
          <pc:sldMk cId="2353094402" sldId="286"/>
        </pc:sldMkLst>
        <pc:spChg chg="mod">
          <ac:chgData name="Michael Hill" userId="41dba03d-e58d-4389-9894-554c10310ba4" providerId="ADAL" clId="{EF23FE1D-A042-481E-AFD7-2A9FB0847F54}" dt="2026-08-14T17:15:34.245" v="1789" actId="14100"/>
          <ac:spMkLst>
            <pc:docMk/>
            <pc:sldMk cId="2353094402" sldId="286"/>
            <ac:spMk id="12" creationId="{C58634B5-4A1F-D255-9D95-F59813A19AE1}"/>
          </ac:spMkLst>
        </pc:spChg>
        <pc:spChg chg="mod">
          <ac:chgData name="Michael Hill" userId="41dba03d-e58d-4389-9894-554c10310ba4" providerId="ADAL" clId="{EF23FE1D-A042-481E-AFD7-2A9FB0847F54}" dt="2026-08-14T17:15:39.325" v="1790" actId="1076"/>
          <ac:spMkLst>
            <pc:docMk/>
            <pc:sldMk cId="2353094402" sldId="286"/>
            <ac:spMk id="14" creationId="{97B576EB-4189-8EAE-6B6F-9B53AC43231C}"/>
          </ac:spMkLst>
        </pc:spChg>
        <pc:spChg chg="mod">
          <ac:chgData name="Michael Hill" userId="41dba03d-e58d-4389-9894-554c10310ba4" providerId="ADAL" clId="{EF23FE1D-A042-481E-AFD7-2A9FB0847F54}" dt="2026-08-14T17:16:51.887" v="2139" actId="14100"/>
          <ac:spMkLst>
            <pc:docMk/>
            <pc:sldMk cId="2353094402" sldId="286"/>
            <ac:spMk id="16" creationId="{D467898E-E9F7-E73D-7D64-316B0D294DC2}"/>
          </ac:spMkLst>
        </pc:spChg>
        <pc:picChg chg="add mod">
          <ac:chgData name="Michael Hill" userId="41dba03d-e58d-4389-9894-554c10310ba4" providerId="ADAL" clId="{EF23FE1D-A042-481E-AFD7-2A9FB0847F54}" dt="2026-08-14T17:17:16.521" v="2144" actId="1076"/>
          <ac:picMkLst>
            <pc:docMk/>
            <pc:sldMk cId="2353094402" sldId="286"/>
            <ac:picMk id="4" creationId="{C376AB49-3172-4DA4-20B1-1CFFEF3D5F02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7:18:28.520" v="2299" actId="20577"/>
        <pc:sldMkLst>
          <pc:docMk/>
          <pc:sldMk cId="1069072346" sldId="287"/>
        </pc:sldMkLst>
        <pc:spChg chg="mod">
          <ac:chgData name="Michael Hill" userId="41dba03d-e58d-4389-9894-554c10310ba4" providerId="ADAL" clId="{EF23FE1D-A042-481E-AFD7-2A9FB0847F54}" dt="2026-08-14T17:18:01.669" v="2164" actId="14100"/>
          <ac:spMkLst>
            <pc:docMk/>
            <pc:sldMk cId="1069072346" sldId="287"/>
            <ac:spMk id="12" creationId="{52FA12CC-3B81-E4ED-7746-C9B30A637325}"/>
          </ac:spMkLst>
        </pc:spChg>
        <pc:spChg chg="mod">
          <ac:chgData name="Michael Hill" userId="41dba03d-e58d-4389-9894-554c10310ba4" providerId="ADAL" clId="{EF23FE1D-A042-481E-AFD7-2A9FB0847F54}" dt="2026-08-14T17:18:07.750" v="2165" actId="1076"/>
          <ac:spMkLst>
            <pc:docMk/>
            <pc:sldMk cId="1069072346" sldId="287"/>
            <ac:spMk id="14" creationId="{6A071466-26C8-46F3-4FDA-A990768C7D14}"/>
          </ac:spMkLst>
        </pc:spChg>
        <pc:spChg chg="mod">
          <ac:chgData name="Michael Hill" userId="41dba03d-e58d-4389-9894-554c10310ba4" providerId="ADAL" clId="{EF23FE1D-A042-481E-AFD7-2A9FB0847F54}" dt="2026-08-14T17:18:28.520" v="2299" actId="20577"/>
          <ac:spMkLst>
            <pc:docMk/>
            <pc:sldMk cId="1069072346" sldId="287"/>
            <ac:spMk id="16" creationId="{682EF360-C5F8-C3A5-B323-904A50C37DA6}"/>
          </ac:spMkLst>
        </pc:spChg>
      </pc:sldChg>
      <pc:sldChg chg="modSp add mod">
        <pc:chgData name="Michael Hill" userId="41dba03d-e58d-4389-9894-554c10310ba4" providerId="ADAL" clId="{EF23FE1D-A042-481E-AFD7-2A9FB0847F54}" dt="2026-08-14T17:19:02.962" v="2422" actId="20577"/>
        <pc:sldMkLst>
          <pc:docMk/>
          <pc:sldMk cId="648029907" sldId="288"/>
        </pc:sldMkLst>
        <pc:spChg chg="mod">
          <ac:chgData name="Michael Hill" userId="41dba03d-e58d-4389-9894-554c10310ba4" providerId="ADAL" clId="{EF23FE1D-A042-481E-AFD7-2A9FB0847F54}" dt="2026-08-14T17:19:02.962" v="2422" actId="20577"/>
          <ac:spMkLst>
            <pc:docMk/>
            <pc:sldMk cId="648029907" sldId="288"/>
            <ac:spMk id="16" creationId="{828D56EB-9EE7-5451-AF96-8B57C5D8CC53}"/>
          </ac:spMkLst>
        </pc:spChg>
      </pc:sldChg>
      <pc:sldChg chg="modSp add mod">
        <pc:chgData name="Michael Hill" userId="41dba03d-e58d-4389-9894-554c10310ba4" providerId="ADAL" clId="{EF23FE1D-A042-481E-AFD7-2A9FB0847F54}" dt="2026-08-14T17:20:19.356" v="2612" actId="14100"/>
        <pc:sldMkLst>
          <pc:docMk/>
          <pc:sldMk cId="1561374385" sldId="289"/>
        </pc:sldMkLst>
        <pc:spChg chg="mod">
          <ac:chgData name="Michael Hill" userId="41dba03d-e58d-4389-9894-554c10310ba4" providerId="ADAL" clId="{EF23FE1D-A042-481E-AFD7-2A9FB0847F54}" dt="2026-08-14T17:19:15.558" v="2431" actId="14100"/>
          <ac:spMkLst>
            <pc:docMk/>
            <pc:sldMk cId="1561374385" sldId="289"/>
            <ac:spMk id="12" creationId="{2DDB0A71-1272-7695-7D8A-EC48D60C9846}"/>
          </ac:spMkLst>
        </pc:spChg>
        <pc:spChg chg="mod">
          <ac:chgData name="Michael Hill" userId="41dba03d-e58d-4389-9894-554c10310ba4" providerId="ADAL" clId="{EF23FE1D-A042-481E-AFD7-2A9FB0847F54}" dt="2026-08-14T17:19:18.698" v="2432" actId="1076"/>
          <ac:spMkLst>
            <pc:docMk/>
            <pc:sldMk cId="1561374385" sldId="289"/>
            <ac:spMk id="14" creationId="{7A46B6E8-7BF1-07BD-CC9E-D6953369855D}"/>
          </ac:spMkLst>
        </pc:spChg>
        <pc:spChg chg="mod">
          <ac:chgData name="Michael Hill" userId="41dba03d-e58d-4389-9894-554c10310ba4" providerId="ADAL" clId="{EF23FE1D-A042-481E-AFD7-2A9FB0847F54}" dt="2026-08-14T17:20:19.356" v="2612" actId="14100"/>
          <ac:spMkLst>
            <pc:docMk/>
            <pc:sldMk cId="1561374385" sldId="289"/>
            <ac:spMk id="16" creationId="{CC4F697E-CC3A-4D1B-EEB8-3FE175CEC83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3879726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3" y="865330"/>
            <a:ext cx="675454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MAKES A GAME?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 Question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Unit 1 Design Situation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Mechanic vs Theme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Constraints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Station Rotation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Dissection Sheet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Thoughts?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2360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computers away, you won’t be needing them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A8574-0C6B-AB4E-CD2C-47CAC571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A6F02B1-22B6-7842-7A3D-CC481F71CDFC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290330-5FBB-C88B-15EA-F7B851DCFD71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2EE19C-E83E-32B1-8789-1E058D1C3E6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779B201-CCCD-7A1E-E6AC-048C88CD713C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5A0244-1BC8-8E42-6B7D-82C4CF2062A7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Name a board or card game you’ve played more than ten times. In one sentence, what kept you coming back. Was it the theme or the rules?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DADCD7-C330-C1A2-A624-052033F9763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16BE3D8E-C7BB-7362-A0D6-950A156952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CB6C1001-AE08-8192-67C8-8C1E1CBE80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0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6110-C8C1-99D9-D15C-071DE0F1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D5DE1C6-FC23-C811-2BD8-7AE8C0BEC4FE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0D00C1-5561-157A-BB55-058968C04207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3466D-DF10-DB88-AE83-56815F24915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BAF31-3E57-DC1D-4C52-F16DBAABD0FB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D78EC0-C434-6C9A-680F-50F331E55037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Name a board or card game you’ve played more than ten times. In one sentence, what kept you coming back. Was it the theme or the rules?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3B0688-23FA-BDBD-F5B2-4990B365BD99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1E461D0B-303F-6ACE-1384-ED41D99311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2725975B-4BA1-7B78-7132-9412FAC9F7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3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0E87D-7339-468E-617A-E37065EB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E70646F-FDDA-AFD7-87CA-AA2B2EE79AF9}"/>
              </a:ext>
            </a:extLst>
          </p:cNvPr>
          <p:cNvSpPr/>
          <p:nvPr/>
        </p:nvSpPr>
        <p:spPr>
          <a:xfrm>
            <a:off x="66744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3F3B86-9532-F27C-BB66-2F52D5B34BA0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A0DCCD-D7C5-9281-85D8-5BD61324700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5EE5B0-0EE8-926D-8BD8-C4AFB23699BC}"/>
              </a:ext>
            </a:extLst>
          </p:cNvPr>
          <p:cNvSpPr/>
          <p:nvPr/>
        </p:nvSpPr>
        <p:spPr>
          <a:xfrm>
            <a:off x="112344" y="93525"/>
            <a:ext cx="73552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UNIT 1 DESIGN SITUATION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1C4EE9-697D-2D83-7DCE-AAEE96BDDB97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“Games of Logic”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Many classes, advisories, and clubs end with ~15 dead minutes; and many board games take just as long to explain as they do to play.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 Deliverable: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An original game, print and play, built on a computer science concept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Delivery date: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In-class playtest: 9/29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Final due date with peer testing: 10/13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2CF00D-EA45-F9FF-36EE-12D95E20EED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riends playing cards sitting at table spending time together enjoying ...">
            <a:extLst>
              <a:ext uri="{FF2B5EF4-FFF2-40B4-BE49-F238E27FC236}">
                <a16:creationId xmlns:a16="http://schemas.microsoft.com/office/drawing/2014/main" id="{DDC76E07-4387-18A5-F349-721D13A29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896" y="2970953"/>
            <a:ext cx="6096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9297E-D6E5-4D00-EF41-1567374B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47D4F56-BBC2-EADE-3585-E394E463E6E5}"/>
              </a:ext>
            </a:extLst>
          </p:cNvPr>
          <p:cNvSpPr/>
          <p:nvPr/>
        </p:nvSpPr>
        <p:spPr>
          <a:xfrm>
            <a:off x="566302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A2E89A-FC81-4CB0-6B3D-D4A2463DE8B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99DF5D-6EB5-1A45-ADFE-29C47CC4304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BBF13-95C5-866A-BB0D-30DF96DCD374}"/>
              </a:ext>
            </a:extLst>
          </p:cNvPr>
          <p:cNvSpPr/>
          <p:nvPr/>
        </p:nvSpPr>
        <p:spPr>
          <a:xfrm>
            <a:off x="112344" y="93525"/>
            <a:ext cx="63438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VS THEME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CF6A26-0FB6-7EDA-312A-397D6925F009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Mechanic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Game mechanics are the rules, actions, and systems that govern player behavior and interactions within a game. They determine what a player can do, how the game reacts, and how challenges, progress, and rewards are structured.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Theme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game theme</a:t>
            </a:r>
            <a:r>
              <a:rPr lang="en-US" dirty="0"/>
              <a:t> is the imaginative context, setting, or story that gives the game its “why” - the background and atmosphere that make players feel like they are part of a specific world or situation.</a:t>
            </a:r>
            <a:endParaRPr lang="en-US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36BDE5-BC1F-48FB-DCA7-1A4630A94EF0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riends playing cards sitting at table spending time together enjoying ...">
            <a:extLst>
              <a:ext uri="{FF2B5EF4-FFF2-40B4-BE49-F238E27FC236}">
                <a16:creationId xmlns:a16="http://schemas.microsoft.com/office/drawing/2014/main" id="{87C70E7C-0ED2-1015-DB0D-2FBBC2777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896" y="2970953"/>
            <a:ext cx="6096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4C699-F457-B1FC-A250-40C9738E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A80F330-BB8D-3BE5-BC2D-C42EE7D8E202}"/>
              </a:ext>
            </a:extLst>
          </p:cNvPr>
          <p:cNvSpPr/>
          <p:nvPr/>
        </p:nvSpPr>
        <p:spPr>
          <a:xfrm>
            <a:off x="566302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7E51F1-14E1-300D-914F-EE9720980A8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45F06C-FC5D-A3B6-E0F2-FAAA1F1202B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F7AE440-730F-12B3-2FE1-79C6F53D8F41}"/>
              </a:ext>
            </a:extLst>
          </p:cNvPr>
          <p:cNvSpPr/>
          <p:nvPr/>
        </p:nvSpPr>
        <p:spPr>
          <a:xfrm>
            <a:off x="112344" y="93525"/>
            <a:ext cx="63438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VS THEME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563454-E44B-4F77-4CC4-59CC5AB3D636}"/>
              </a:ext>
            </a:extLst>
          </p:cNvPr>
          <p:cNvSpPr/>
          <p:nvPr/>
        </p:nvSpPr>
        <p:spPr>
          <a:xfrm>
            <a:off x="526944" y="1695457"/>
            <a:ext cx="5139566" cy="7734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Show of hands – who here has played Codenames?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7BD12D-BEAC-4FF0-0DEF-1BE921CA8036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denames บอร์ดเกม – Little Kraken Board Game">
            <a:extLst>
              <a:ext uri="{FF2B5EF4-FFF2-40B4-BE49-F238E27FC236}">
                <a16:creationId xmlns:a16="http://schemas.microsoft.com/office/drawing/2014/main" id="{E7ACA011-A4C4-94D2-7FA1-DC8ED528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56" y="2608935"/>
            <a:ext cx="5606796" cy="39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4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F9A5F-0850-5C3D-615A-8025AB6A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D37997F6-1A27-B23C-3671-6B191A0761FE}"/>
              </a:ext>
            </a:extLst>
          </p:cNvPr>
          <p:cNvSpPr/>
          <p:nvPr/>
        </p:nvSpPr>
        <p:spPr>
          <a:xfrm>
            <a:off x="566302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20D75F-F577-5B72-6EAC-34A297297508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B06B4E-5363-AE5E-7801-86071260EEF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5999A-DB29-9858-016F-6660E29748D1}"/>
              </a:ext>
            </a:extLst>
          </p:cNvPr>
          <p:cNvSpPr/>
          <p:nvPr/>
        </p:nvSpPr>
        <p:spPr>
          <a:xfrm>
            <a:off x="112344" y="93525"/>
            <a:ext cx="63438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VS THEME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174807-5583-D482-011B-7EBB48EC8C2B}"/>
              </a:ext>
            </a:extLst>
          </p:cNvPr>
          <p:cNvSpPr/>
          <p:nvPr/>
        </p:nvSpPr>
        <p:spPr>
          <a:xfrm>
            <a:off x="526944" y="1695457"/>
            <a:ext cx="5139566" cy="347090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are the </a:t>
            </a:r>
            <a:r>
              <a:rPr lang="en-US" b="1" dirty="0"/>
              <a:t>mechanics </a:t>
            </a:r>
            <a:r>
              <a:rPr lang="en-US" dirty="0"/>
              <a:t>in codenames?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is the </a:t>
            </a:r>
            <a:r>
              <a:rPr lang="en-US" b="1" dirty="0"/>
              <a:t>theme</a:t>
            </a:r>
            <a:r>
              <a:rPr lang="en-US" dirty="0"/>
              <a:t> of codenames?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B80324-C23A-4A32-8DBE-906E6FD90BEF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denames บอร์ดเกม – Little Kraken Board Game">
            <a:extLst>
              <a:ext uri="{FF2B5EF4-FFF2-40B4-BE49-F238E27FC236}">
                <a16:creationId xmlns:a16="http://schemas.microsoft.com/office/drawing/2014/main" id="{680715C2-53E2-BFA7-7485-65EAD396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260" y="1901634"/>
            <a:ext cx="5606796" cy="39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9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5ACAF-8DC3-6DE0-D928-1825AB84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4B52317-8C33-E1CF-504A-841C8F94C892}"/>
              </a:ext>
            </a:extLst>
          </p:cNvPr>
          <p:cNvSpPr/>
          <p:nvPr/>
        </p:nvSpPr>
        <p:spPr>
          <a:xfrm>
            <a:off x="566302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7564FA-EEBD-2AF9-DB74-11ED29DA295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F057F3-49A6-D69F-A479-A9C77D90F90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677A7C7-12A2-2E70-AD60-50B8B106249E}"/>
              </a:ext>
            </a:extLst>
          </p:cNvPr>
          <p:cNvSpPr/>
          <p:nvPr/>
        </p:nvSpPr>
        <p:spPr>
          <a:xfrm>
            <a:off x="112344" y="93525"/>
            <a:ext cx="63438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VS THEME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BF5B60-6E94-1756-54A4-42FD0628BC82}"/>
              </a:ext>
            </a:extLst>
          </p:cNvPr>
          <p:cNvSpPr/>
          <p:nvPr/>
        </p:nvSpPr>
        <p:spPr>
          <a:xfrm>
            <a:off x="526944" y="1695457"/>
            <a:ext cx="5139566" cy="347090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Could you easily change the mechanic?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How about the theme?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A56D7B-AF1A-F5C6-1EA1-9864DDEEDE00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denames บอร์ดเกม – Little Kraken Board Game">
            <a:extLst>
              <a:ext uri="{FF2B5EF4-FFF2-40B4-BE49-F238E27FC236}">
                <a16:creationId xmlns:a16="http://schemas.microsoft.com/office/drawing/2014/main" id="{7A3CEA33-0B8A-F6CC-2A79-FD7BF82E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260" y="1901634"/>
            <a:ext cx="5606796" cy="39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3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0DC69-39D7-EC82-0DC6-3FD9CEED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D49F3657-D710-EE10-B91B-0500AAA47429}"/>
              </a:ext>
            </a:extLst>
          </p:cNvPr>
          <p:cNvSpPr/>
          <p:nvPr/>
        </p:nvSpPr>
        <p:spPr>
          <a:xfrm>
            <a:off x="566302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DF2DAE-6A99-82B6-35E4-2A1742DCED0C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CE348C-7ABD-B3BE-B7DF-0428A394C6E8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9DAC912-BCAD-5A84-4B7B-B6700DB897F8}"/>
              </a:ext>
            </a:extLst>
          </p:cNvPr>
          <p:cNvSpPr/>
          <p:nvPr/>
        </p:nvSpPr>
        <p:spPr>
          <a:xfrm>
            <a:off x="112344" y="93525"/>
            <a:ext cx="63438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VS THEME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C446F-9B4D-8581-3344-B93EBE2F54AB}"/>
              </a:ext>
            </a:extLst>
          </p:cNvPr>
          <p:cNvSpPr/>
          <p:nvPr/>
        </p:nvSpPr>
        <p:spPr>
          <a:xfrm>
            <a:off x="526944" y="1695457"/>
            <a:ext cx="5139566" cy="46870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the way that the mechanic of Codenames is ‘language’, the mechanic of your game will be ‘Computer Science’ related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 shouldn’t be able to swap Computer Science for any other mechanic, but your theme can be whatever you want!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D59E55-EC68-710F-F80A-33251E5A050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denames บอร์ดเกม – Little Kraken Board Game">
            <a:extLst>
              <a:ext uri="{FF2B5EF4-FFF2-40B4-BE49-F238E27FC236}">
                <a16:creationId xmlns:a16="http://schemas.microsoft.com/office/drawing/2014/main" id="{BC45EB1D-6429-F083-8D33-913F21917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260" y="1901634"/>
            <a:ext cx="5606796" cy="39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3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96FD9-EF42-47CC-6217-180B4153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1C622FD-DFFD-19AA-5078-35E68513E2AF}"/>
              </a:ext>
            </a:extLst>
          </p:cNvPr>
          <p:cNvSpPr/>
          <p:nvPr/>
        </p:nvSpPr>
        <p:spPr>
          <a:xfrm>
            <a:off x="35593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6D47E3-5C76-F95B-C3A4-A865D173B12F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D294D2-61F2-1613-AEE0-593AC85A6A64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65C9C-D8EB-03B3-2EA3-E4CC05AD1230}"/>
              </a:ext>
            </a:extLst>
          </p:cNvPr>
          <p:cNvSpPr/>
          <p:nvPr/>
        </p:nvSpPr>
        <p:spPr>
          <a:xfrm>
            <a:off x="112344" y="93525"/>
            <a:ext cx="42402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CONSTRAINTS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C0EC6-151F-E8B5-AAA9-647166DD9E5E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F752FC-549B-AF14-2801-00AE4A304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212811"/>
              </p:ext>
            </p:extLst>
          </p:nvPr>
        </p:nvGraphicFramePr>
        <p:xfrm>
          <a:off x="775855" y="1895474"/>
          <a:ext cx="10778836" cy="4546887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380566">
                  <a:extLst>
                    <a:ext uri="{9D8B030D-6E8A-4147-A177-3AD203B41FA5}">
                      <a16:colId xmlns:a16="http://schemas.microsoft.com/office/drawing/2014/main" val="1148803575"/>
                    </a:ext>
                  </a:extLst>
                </a:gridCol>
                <a:gridCol w="8398270">
                  <a:extLst>
                    <a:ext uri="{9D8B030D-6E8A-4147-A177-3AD203B41FA5}">
                      <a16:colId xmlns:a16="http://schemas.microsoft.com/office/drawing/2014/main" val="2893321048"/>
                    </a:ext>
                  </a:extLst>
                </a:gridCol>
              </a:tblGrid>
              <a:tr h="5679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Teachable in 3 Minutes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If the rules take longer to explain than to play, it fails to fit in the space allotted.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293977"/>
                  </a:ext>
                </a:extLst>
              </a:tr>
              <a:tr h="5679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Playable in 10 Minutes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It has to fit into a dead 15 minute timespan, per the design situation.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7351627"/>
                  </a:ext>
                </a:extLst>
              </a:tr>
              <a:tr h="5679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Rules fit on one page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One side of an A4 sheet of paper, any diagrams included.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4116481"/>
                  </a:ext>
                </a:extLst>
              </a:tr>
              <a:tr h="8623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54 components (game objects) maximum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Cards, tiles, tokens, etc. combined. A standard card deck is the ceiling.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929192"/>
                  </a:ext>
                </a:extLst>
              </a:tr>
              <a:tr h="5591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2-4 players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Anything needing five or more players increases complexity and reduces likelihood of playing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7696523"/>
                  </a:ext>
                </a:extLst>
              </a:tr>
              <a:tr h="5679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The Concept is Load-Bearing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If you can reskin the mechanic so the computer science disappears and the game still works, you have a theme, not a mechanic. Try again.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9101886"/>
                  </a:ext>
                </a:extLst>
              </a:tr>
              <a:tr h="8535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Digital Artifact Required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Paper prototype for iteration; the deliverable is a print-and-play PDF file or scratch game (must </a:t>
                      </a:r>
                      <a:r>
                        <a:rPr lang="en-US" sz="1600">
                          <a:effectLst/>
                        </a:rPr>
                        <a:t>be multiplayer). </a:t>
                      </a:r>
                      <a:r>
                        <a:rPr lang="en-US" sz="1600" dirty="0">
                          <a:effectLst/>
                        </a:rPr>
                        <a:t>This is what allows the game to be well distributed and easily set up by anyone.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20918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97AA61E-03D7-0440-4B18-271B9DE2AB3E}"/>
              </a:ext>
            </a:extLst>
          </p:cNvPr>
          <p:cNvSpPr/>
          <p:nvPr/>
        </p:nvSpPr>
        <p:spPr>
          <a:xfrm>
            <a:off x="4699526" y="848924"/>
            <a:ext cx="1897598" cy="4935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4479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188CD-C3EF-4BDB-B3C4-461AB5E7C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7B576EB-4189-8EAE-6B6F-9B53AC43231C}"/>
              </a:ext>
            </a:extLst>
          </p:cNvPr>
          <p:cNvSpPr/>
          <p:nvPr/>
        </p:nvSpPr>
        <p:spPr>
          <a:xfrm>
            <a:off x="416673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CA25D2-3C9D-19C1-CC48-2F8DA7E9E79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EB4DD0-D1F9-E280-C0CD-CCD8564F3FC9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58634B5-4A1F-D255-9D95-F59813A19AE1}"/>
              </a:ext>
            </a:extLst>
          </p:cNvPr>
          <p:cNvSpPr/>
          <p:nvPr/>
        </p:nvSpPr>
        <p:spPr>
          <a:xfrm>
            <a:off x="112344" y="93525"/>
            <a:ext cx="484758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GAME ROTATION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67898E-E9F7-E73D-7D64-316B0D294DC2}"/>
              </a:ext>
            </a:extLst>
          </p:cNvPr>
          <p:cNvSpPr/>
          <p:nvPr/>
        </p:nvSpPr>
        <p:spPr>
          <a:xfrm>
            <a:off x="526944" y="1695457"/>
            <a:ext cx="4847581" cy="46870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Let’s try some smaller games for inspiration!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Be sure you’re thinking about what the mechanics are and what the themes are while you play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Run a timer for both how long it takes to start playing the game, alongside how long the game takes to play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Use your phone for this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NOW GO!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AE0D3F-C902-887A-C0F0-81A3C08E5D77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Business Man Running Late stock photo. Image of dash, hansome - 2017956">
            <a:extLst>
              <a:ext uri="{FF2B5EF4-FFF2-40B4-BE49-F238E27FC236}">
                <a16:creationId xmlns:a16="http://schemas.microsoft.com/office/drawing/2014/main" id="{C376AB49-3172-4DA4-20B1-1CFFEF3D5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770" y="1200736"/>
            <a:ext cx="2813677" cy="445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9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D731F-CE05-F898-AD44-25969801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A071466-26C8-46F3-4FDA-A990768C7D14}"/>
              </a:ext>
            </a:extLst>
          </p:cNvPr>
          <p:cNvSpPr/>
          <p:nvPr/>
        </p:nvSpPr>
        <p:spPr>
          <a:xfrm>
            <a:off x="51504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A2E465-A936-3560-7FE7-34C8BB685A6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470B20-2F81-D9D7-4E87-DAF7AF4A1D6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A12CC-3B81-E4ED-7746-C9B30A637325}"/>
              </a:ext>
            </a:extLst>
          </p:cNvPr>
          <p:cNvSpPr/>
          <p:nvPr/>
        </p:nvSpPr>
        <p:spPr>
          <a:xfrm>
            <a:off x="112344" y="93525"/>
            <a:ext cx="58312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DISSECTION SHEET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2EF360-C5F8-C3A5-B323-904A50C37DA6}"/>
              </a:ext>
            </a:extLst>
          </p:cNvPr>
          <p:cNvSpPr/>
          <p:nvPr/>
        </p:nvSpPr>
        <p:spPr>
          <a:xfrm>
            <a:off x="526944" y="1695457"/>
            <a:ext cx="4847581" cy="46870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Now fill out the game design dissection sheet and prepare to share your findings with the class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0EB3EF-9C64-B013-8772-8FC15C79CF8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07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B7C54-27BF-F84A-C3C6-BD174CA24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1FF07F6-721D-B331-3FB7-06554A21CE08}"/>
              </a:ext>
            </a:extLst>
          </p:cNvPr>
          <p:cNvSpPr/>
          <p:nvPr/>
        </p:nvSpPr>
        <p:spPr>
          <a:xfrm>
            <a:off x="51504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7C2538-119A-F5D1-942C-C37E0E95100A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30A094-50E6-A3AA-27B9-EBFF915CDCE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239A672-9E34-A405-E7B4-7BBB9C321597}"/>
              </a:ext>
            </a:extLst>
          </p:cNvPr>
          <p:cNvSpPr/>
          <p:nvPr/>
        </p:nvSpPr>
        <p:spPr>
          <a:xfrm>
            <a:off x="112344" y="93525"/>
            <a:ext cx="58312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DISSECTION SHEET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8D56EB-9EE7-5451-AF96-8B57C5D8CC53}"/>
              </a:ext>
            </a:extLst>
          </p:cNvPr>
          <p:cNvSpPr/>
          <p:nvPr/>
        </p:nvSpPr>
        <p:spPr>
          <a:xfrm>
            <a:off x="526944" y="1695457"/>
            <a:ext cx="4847581" cy="46870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Now, let’s share!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Let’s chart the teach-times and play-times of each games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AE54C5-DDA1-AE75-2008-B526C032B10E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02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3D3EC-F3D8-440A-76E3-176034D3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A46B6E8-7BF1-07BD-CC9E-D6953369855D}"/>
              </a:ext>
            </a:extLst>
          </p:cNvPr>
          <p:cNvSpPr/>
          <p:nvPr/>
        </p:nvSpPr>
        <p:spPr>
          <a:xfrm>
            <a:off x="224528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C4A8E9-4341-B208-8574-54D66D0A301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88D67C-F270-45A7-9B59-8947A6DA657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DDB0A71-1272-7695-7D8A-EC48D60C9846}"/>
              </a:ext>
            </a:extLst>
          </p:cNvPr>
          <p:cNvSpPr/>
          <p:nvPr/>
        </p:nvSpPr>
        <p:spPr>
          <a:xfrm>
            <a:off x="112344" y="93525"/>
            <a:ext cx="292613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F697E-CC3A-4D1B-EEB8-3FE175CEC83D}"/>
              </a:ext>
            </a:extLst>
          </p:cNvPr>
          <p:cNvSpPr/>
          <p:nvPr/>
        </p:nvSpPr>
        <p:spPr>
          <a:xfrm>
            <a:off x="526944" y="1695457"/>
            <a:ext cx="10889199" cy="46870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 time, we start collecting mechanics to create our games about, and the first place we’ll look is binary!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A685B-5B4C-2C77-9A3B-71C4D1E068E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37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670</Words>
  <Application>Microsoft Office PowerPoint</Application>
  <PresentationFormat>Widescreen</PresentationFormat>
  <Paragraphs>74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</cp:revision>
  <dcterms:created xsi:type="dcterms:W3CDTF">2026-08-13T18:52:07Z</dcterms:created>
  <dcterms:modified xsi:type="dcterms:W3CDTF">2026-08-26T14:58:40Z</dcterms:modified>
</cp:coreProperties>
</file>