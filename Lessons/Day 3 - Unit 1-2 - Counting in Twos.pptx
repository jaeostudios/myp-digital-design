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78" r:id="rId4"/>
    <p:sldId id="279" r:id="rId5"/>
    <p:sldId id="290" r:id="rId6"/>
    <p:sldId id="291" r:id="rId7"/>
    <p:sldId id="293" r:id="rId8"/>
    <p:sldId id="294" r:id="rId9"/>
    <p:sldId id="295" r:id="rId10"/>
    <p:sldId id="296" r:id="rId11"/>
    <p:sldId id="297" r:id="rId12"/>
    <p:sldId id="298" r:id="rId13"/>
    <p:sldId id="292" r:id="rId14"/>
    <p:sldId id="300" r:id="rId15"/>
    <p:sldId id="301" r:id="rId16"/>
    <p:sldId id="302" r:id="rId17"/>
    <p:sldId id="303" r:id="rId18"/>
    <p:sldId id="299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289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13E9E-0C1E-4AA2-A922-E3454248E59D}" v="5" dt="2026-08-14T19:56:59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4" d="100"/>
          <a:sy n="94" d="100"/>
        </p:scale>
        <p:origin x="12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8-14T20:37:08.209" v="8458" actId="20577"/>
      <pc:docMkLst>
        <pc:docMk/>
      </pc:docMkLst>
      <pc:sldChg chg="modSp mod">
        <pc:chgData name="Michael Hill" userId="41dba03d-e58d-4389-9894-554c10310ba4" providerId="ADAL" clId="{EF23FE1D-A042-481E-AFD7-2A9FB0847F54}" dt="2026-08-14T20:03:39.523" v="8259" actId="1076"/>
        <pc:sldMkLst>
          <pc:docMk/>
          <pc:sldMk cId="3346394562" sldId="256"/>
        </pc:sldMkLst>
        <pc:spChg chg="mod">
          <ac:chgData name="Michael Hill" userId="41dba03d-e58d-4389-9894-554c10310ba4" providerId="ADAL" clId="{EF23FE1D-A042-481E-AFD7-2A9FB0847F54}" dt="2026-08-14T19:04:32.650" v="20" actId="14100"/>
          <ac:spMkLst>
            <pc:docMk/>
            <pc:sldMk cId="3346394562" sldId="256"/>
            <ac:spMk id="12" creationId="{019215A8-6C2C-22D9-03C2-41E38104D972}"/>
          </ac:spMkLst>
        </pc:spChg>
        <pc:spChg chg="mod">
          <ac:chgData name="Michael Hill" userId="41dba03d-e58d-4389-9894-554c10310ba4" providerId="ADAL" clId="{EF23FE1D-A042-481E-AFD7-2A9FB0847F54}" dt="2026-08-14T20:03:23.339" v="8241" actId="20577"/>
          <ac:spMkLst>
            <pc:docMk/>
            <pc:sldMk cId="3346394562" sldId="256"/>
            <ac:spMk id="15" creationId="{3B5E4966-129D-0E9B-593A-7270EC6C0EA0}"/>
          </ac:spMkLst>
        </pc:spChg>
        <pc:spChg chg="mod">
          <ac:chgData name="Michael Hill" userId="41dba03d-e58d-4389-9894-554c10310ba4" providerId="ADAL" clId="{EF23FE1D-A042-481E-AFD7-2A9FB0847F54}" dt="2026-08-14T19:05:14.445" v="146" actId="20577"/>
          <ac:spMkLst>
            <pc:docMk/>
            <pc:sldMk cId="3346394562" sldId="256"/>
            <ac:spMk id="16" creationId="{17204734-3FD9-9A03-0700-AC2D2E083E4F}"/>
          </ac:spMkLst>
        </pc:spChg>
        <pc:spChg chg="mod">
          <ac:chgData name="Michael Hill" userId="41dba03d-e58d-4389-9894-554c10310ba4" providerId="ADAL" clId="{EF23FE1D-A042-481E-AFD7-2A9FB0847F54}" dt="2026-08-14T20:03:37.213" v="8258" actId="14100"/>
          <ac:spMkLst>
            <pc:docMk/>
            <pc:sldMk cId="3346394562" sldId="256"/>
            <ac:spMk id="25" creationId="{76BB1E97-9746-97B6-FA11-641333A2EC2E}"/>
          </ac:spMkLst>
        </pc:spChg>
        <pc:cxnChg chg="mod">
          <ac:chgData name="Michael Hill" userId="41dba03d-e58d-4389-9894-554c10310ba4" providerId="ADAL" clId="{EF23FE1D-A042-481E-AFD7-2A9FB0847F54}" dt="2026-08-14T20:03:39.523" v="8259" actId="1076"/>
          <ac:cxnSpMkLst>
            <pc:docMk/>
            <pc:sldMk cId="3346394562" sldId="256"/>
            <ac:cxnSpMk id="32" creationId="{184BFF6B-CD7D-43AB-C049-4D6FC7CD133B}"/>
          </ac:cxnSpMkLst>
        </pc:cxnChg>
      </pc:sldChg>
      <pc:sldChg chg="del">
        <pc:chgData name="Michael Hill" userId="41dba03d-e58d-4389-9894-554c10310ba4" providerId="ADAL" clId="{EF23FE1D-A042-481E-AFD7-2A9FB0847F54}" dt="2026-08-14T19:05:27.040" v="147" actId="47"/>
        <pc:sldMkLst>
          <pc:docMk/>
          <pc:sldMk cId="715987682" sldId="257"/>
        </pc:sldMkLst>
      </pc:sldChg>
      <pc:sldChg chg="modSp mod">
        <pc:chgData name="Michael Hill" userId="41dba03d-e58d-4389-9894-554c10310ba4" providerId="ADAL" clId="{EF23FE1D-A042-481E-AFD7-2A9FB0847F54}" dt="2026-08-14T19:05:58.241" v="342" actId="20577"/>
        <pc:sldMkLst>
          <pc:docMk/>
          <pc:sldMk cId="2259809939" sldId="277"/>
        </pc:sldMkLst>
        <pc:spChg chg="mod">
          <ac:chgData name="Michael Hill" userId="41dba03d-e58d-4389-9894-554c10310ba4" providerId="ADAL" clId="{EF23FE1D-A042-481E-AFD7-2A9FB0847F54}" dt="2026-08-14T19:05:58.241" v="342" actId="20577"/>
          <ac:spMkLst>
            <pc:docMk/>
            <pc:sldMk cId="2259809939" sldId="277"/>
            <ac:spMk id="16" creationId="{C55A0244-1BC8-8E42-6B7D-82C4CF2062A7}"/>
          </ac:spMkLst>
        </pc:spChg>
      </pc:sldChg>
      <pc:sldChg chg="addSp delSp modSp mod">
        <pc:chgData name="Michael Hill" userId="41dba03d-e58d-4389-9894-554c10310ba4" providerId="ADAL" clId="{EF23FE1D-A042-481E-AFD7-2A9FB0847F54}" dt="2026-08-14T19:09:09.922" v="884" actId="21"/>
        <pc:sldMkLst>
          <pc:docMk/>
          <pc:sldMk cId="47545580" sldId="279"/>
        </pc:sldMkLst>
        <pc:spChg chg="mod">
          <ac:chgData name="Michael Hill" userId="41dba03d-e58d-4389-9894-554c10310ba4" providerId="ADAL" clId="{EF23FE1D-A042-481E-AFD7-2A9FB0847F54}" dt="2026-08-14T19:06:14.334" v="362" actId="14100"/>
          <ac:spMkLst>
            <pc:docMk/>
            <pc:sldMk cId="47545580" sldId="279"/>
            <ac:spMk id="12" creationId="{755EE5B0-0EE8-926D-8BD8-C4AFB23699BC}"/>
          </ac:spMkLst>
        </pc:spChg>
        <pc:spChg chg="mod">
          <ac:chgData name="Michael Hill" userId="41dba03d-e58d-4389-9894-554c10310ba4" providerId="ADAL" clId="{EF23FE1D-A042-481E-AFD7-2A9FB0847F54}" dt="2026-08-14T19:06:22.930" v="363" actId="1076"/>
          <ac:spMkLst>
            <pc:docMk/>
            <pc:sldMk cId="47545580" sldId="279"/>
            <ac:spMk id="14" creationId="{7E70646F-FDDA-AFD7-87CA-AA2B2EE79AF9}"/>
          </ac:spMkLst>
        </pc:spChg>
        <pc:spChg chg="mod">
          <ac:chgData name="Michael Hill" userId="41dba03d-e58d-4389-9894-554c10310ba4" providerId="ADAL" clId="{EF23FE1D-A042-481E-AFD7-2A9FB0847F54}" dt="2026-08-14T19:08:21.246" v="880" actId="20577"/>
          <ac:spMkLst>
            <pc:docMk/>
            <pc:sldMk cId="47545580" sldId="279"/>
            <ac:spMk id="16" creationId="{4E1C4EE9-697D-2D83-7DCE-AAEE96BDDB97}"/>
          </ac:spMkLst>
        </pc:spChg>
        <pc:picChg chg="add del mod">
          <ac:chgData name="Michael Hill" userId="41dba03d-e58d-4389-9894-554c10310ba4" providerId="ADAL" clId="{EF23FE1D-A042-481E-AFD7-2A9FB0847F54}" dt="2026-08-14T19:09:09.922" v="884" actId="21"/>
          <ac:picMkLst>
            <pc:docMk/>
            <pc:sldMk cId="47545580" sldId="279"/>
            <ac:picMk id="2" creationId="{603E1A50-9FD1-D7ED-8A20-756CAB4A57AF}"/>
          </ac:picMkLst>
        </pc:picChg>
        <pc:picChg chg="del">
          <ac:chgData name="Michael Hill" userId="41dba03d-e58d-4389-9894-554c10310ba4" providerId="ADAL" clId="{EF23FE1D-A042-481E-AFD7-2A9FB0847F54}" dt="2026-08-14T19:06:36.889" v="364" actId="478"/>
          <ac:picMkLst>
            <pc:docMk/>
            <pc:sldMk cId="47545580" sldId="279"/>
            <ac:picMk id="4" creationId="{DDC76E07-4387-18A5-F349-721D13A299F0}"/>
          </ac:picMkLst>
        </pc:picChg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172067810" sldId="280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3407044126" sldId="281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259096593" sldId="282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110035184" sldId="283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267135835" sldId="284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544795102" sldId="285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2353094402" sldId="286"/>
        </pc:sldMkLst>
      </pc:sldChg>
      <pc:sldChg chg="del">
        <pc:chgData name="Michael Hill" userId="41dba03d-e58d-4389-9894-554c10310ba4" providerId="ADAL" clId="{EF23FE1D-A042-481E-AFD7-2A9FB0847F54}" dt="2026-08-14T19:47:26.844" v="4959" actId="47"/>
        <pc:sldMkLst>
          <pc:docMk/>
          <pc:sldMk cId="1069072346" sldId="287"/>
        </pc:sldMkLst>
      </pc:sldChg>
      <pc:sldChg chg="del">
        <pc:chgData name="Michael Hill" userId="41dba03d-e58d-4389-9894-554c10310ba4" providerId="ADAL" clId="{EF23FE1D-A042-481E-AFD7-2A9FB0847F54}" dt="2026-08-14T19:47:22.408" v="4958" actId="47"/>
        <pc:sldMkLst>
          <pc:docMk/>
          <pc:sldMk cId="648029907" sldId="288"/>
        </pc:sldMkLst>
      </pc:sldChg>
      <pc:sldChg chg="modSp mod">
        <pc:chgData name="Michael Hill" userId="41dba03d-e58d-4389-9894-554c10310ba4" providerId="ADAL" clId="{EF23FE1D-A042-481E-AFD7-2A9FB0847F54}" dt="2026-08-14T20:02:58.907" v="8239" actId="5793"/>
        <pc:sldMkLst>
          <pc:docMk/>
          <pc:sldMk cId="1561374385" sldId="289"/>
        </pc:sldMkLst>
        <pc:spChg chg="mod">
          <ac:chgData name="Michael Hill" userId="41dba03d-e58d-4389-9894-554c10310ba4" providerId="ADAL" clId="{EF23FE1D-A042-481E-AFD7-2A9FB0847F54}" dt="2026-08-14T20:02:58.907" v="8239" actId="5793"/>
          <ac:spMkLst>
            <pc:docMk/>
            <pc:sldMk cId="1561374385" sldId="289"/>
            <ac:spMk id="16" creationId="{CC4F697E-CC3A-4D1B-EEB8-3FE175CEC83D}"/>
          </ac:spMkLst>
        </pc:spChg>
      </pc:sldChg>
      <pc:sldChg chg="addSp modSp add mod">
        <pc:chgData name="Michael Hill" userId="41dba03d-e58d-4389-9894-554c10310ba4" providerId="ADAL" clId="{EF23FE1D-A042-481E-AFD7-2A9FB0847F54}" dt="2026-08-14T19:09:38.399" v="1063" actId="20577"/>
        <pc:sldMkLst>
          <pc:docMk/>
          <pc:sldMk cId="2842161029" sldId="290"/>
        </pc:sldMkLst>
        <pc:spChg chg="mod">
          <ac:chgData name="Michael Hill" userId="41dba03d-e58d-4389-9894-554c10310ba4" providerId="ADAL" clId="{EF23FE1D-A042-481E-AFD7-2A9FB0847F54}" dt="2026-08-14T19:09:38.399" v="1063" actId="20577"/>
          <ac:spMkLst>
            <pc:docMk/>
            <pc:sldMk cId="2842161029" sldId="290"/>
            <ac:spMk id="16" creationId="{DDE1E60B-AA16-D4F0-03C3-4341864D8FA0}"/>
          </ac:spMkLst>
        </pc:spChg>
        <pc:picChg chg="add mod">
          <ac:chgData name="Michael Hill" userId="41dba03d-e58d-4389-9894-554c10310ba4" providerId="ADAL" clId="{EF23FE1D-A042-481E-AFD7-2A9FB0847F54}" dt="2026-08-14T19:09:14.923" v="888" actId="1076"/>
          <ac:picMkLst>
            <pc:docMk/>
            <pc:sldMk cId="2842161029" sldId="290"/>
            <ac:picMk id="4" creationId="{160F01D8-6E8A-19AA-232E-83E64390BAC9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4T19:26:13.368" v="3250" actId="20577"/>
        <pc:sldMkLst>
          <pc:docMk/>
          <pc:sldMk cId="2083805012" sldId="291"/>
        </pc:sldMkLst>
        <pc:spChg chg="mod">
          <ac:chgData name="Michael Hill" userId="41dba03d-e58d-4389-9894-554c10310ba4" providerId="ADAL" clId="{EF23FE1D-A042-481E-AFD7-2A9FB0847F54}" dt="2026-08-14T19:09:51.931" v="1079" actId="14100"/>
          <ac:spMkLst>
            <pc:docMk/>
            <pc:sldMk cId="2083805012" sldId="291"/>
            <ac:spMk id="12" creationId="{BD9A6632-69E5-184F-8128-055B31A220C4}"/>
          </ac:spMkLst>
        </pc:spChg>
        <pc:spChg chg="mod">
          <ac:chgData name="Michael Hill" userId="41dba03d-e58d-4389-9894-554c10310ba4" providerId="ADAL" clId="{EF23FE1D-A042-481E-AFD7-2A9FB0847F54}" dt="2026-08-14T19:09:54.872" v="1080" actId="1076"/>
          <ac:spMkLst>
            <pc:docMk/>
            <pc:sldMk cId="2083805012" sldId="291"/>
            <ac:spMk id="14" creationId="{559C2527-AA75-DC6C-3DE0-58C7D385A4B6}"/>
          </ac:spMkLst>
        </pc:spChg>
        <pc:spChg chg="mod">
          <ac:chgData name="Michael Hill" userId="41dba03d-e58d-4389-9894-554c10310ba4" providerId="ADAL" clId="{EF23FE1D-A042-481E-AFD7-2A9FB0847F54}" dt="2026-08-14T19:26:13.368" v="3250" actId="20577"/>
          <ac:spMkLst>
            <pc:docMk/>
            <pc:sldMk cId="2083805012" sldId="291"/>
            <ac:spMk id="16" creationId="{635DBAE5-3EC0-E2CB-86CD-D349003647B3}"/>
          </ac:spMkLst>
        </pc:spChg>
        <pc:graphicFrameChg chg="add mod modGraphic">
          <ac:chgData name="Michael Hill" userId="41dba03d-e58d-4389-9894-554c10310ba4" providerId="ADAL" clId="{EF23FE1D-A042-481E-AFD7-2A9FB0847F54}" dt="2026-08-14T19:11:29.947" v="1278" actId="20577"/>
          <ac:graphicFrameMkLst>
            <pc:docMk/>
            <pc:sldMk cId="2083805012" sldId="291"/>
            <ac:graphicFrameMk id="2" creationId="{4A515768-612F-D746-DFF9-0127CFFA1400}"/>
          </ac:graphicFrameMkLst>
        </pc:graphicFrameChg>
        <pc:picChg chg="del">
          <ac:chgData name="Michael Hill" userId="41dba03d-e58d-4389-9894-554c10310ba4" providerId="ADAL" clId="{EF23FE1D-A042-481E-AFD7-2A9FB0847F54}" dt="2026-08-14T19:09:55.883" v="1081" actId="478"/>
          <ac:picMkLst>
            <pc:docMk/>
            <pc:sldMk cId="2083805012" sldId="291"/>
            <ac:picMk id="4" creationId="{05B53A5D-CD49-BF68-268B-25B17F62BE15}"/>
          </ac:picMkLst>
        </pc:picChg>
      </pc:sldChg>
      <pc:sldChg chg="modSp add mod ord">
        <pc:chgData name="Michael Hill" userId="41dba03d-e58d-4389-9894-554c10310ba4" providerId="ADAL" clId="{EF23FE1D-A042-481E-AFD7-2A9FB0847F54}" dt="2026-08-14T19:25:56.879" v="3223" actId="14100"/>
        <pc:sldMkLst>
          <pc:docMk/>
          <pc:sldMk cId="1122610140" sldId="292"/>
        </pc:sldMkLst>
        <pc:spChg chg="mod">
          <ac:chgData name="Michael Hill" userId="41dba03d-e58d-4389-9894-554c10310ba4" providerId="ADAL" clId="{EF23FE1D-A042-481E-AFD7-2A9FB0847F54}" dt="2026-08-14T19:25:56.879" v="3223" actId="14100"/>
          <ac:spMkLst>
            <pc:docMk/>
            <pc:sldMk cId="1122610140" sldId="292"/>
            <ac:spMk id="12" creationId="{890A68F0-0A5B-A135-CB12-BAA1834BCE98}"/>
          </ac:spMkLst>
        </pc:spChg>
        <pc:spChg chg="mod">
          <ac:chgData name="Michael Hill" userId="41dba03d-e58d-4389-9894-554c10310ba4" providerId="ADAL" clId="{EF23FE1D-A042-481E-AFD7-2A9FB0847F54}" dt="2026-08-14T19:25:43.038" v="3193" actId="20577"/>
          <ac:spMkLst>
            <pc:docMk/>
            <pc:sldMk cId="1122610140" sldId="292"/>
            <ac:spMk id="16" creationId="{A453B0E5-E3F6-6BE1-6513-C2A3D52D7111}"/>
          </ac:spMkLst>
        </pc:spChg>
        <pc:graphicFrameChg chg="mod modGraphic">
          <ac:chgData name="Michael Hill" userId="41dba03d-e58d-4389-9894-554c10310ba4" providerId="ADAL" clId="{EF23FE1D-A042-481E-AFD7-2A9FB0847F54}" dt="2026-08-14T19:24:59.052" v="3144" actId="20577"/>
          <ac:graphicFrameMkLst>
            <pc:docMk/>
            <pc:sldMk cId="1122610140" sldId="292"/>
            <ac:graphicFrameMk id="2" creationId="{76105F76-515A-36A2-AC18-A96329ABB6F8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14:07.712" v="1504" actId="20577"/>
        <pc:sldMkLst>
          <pc:docMk/>
          <pc:sldMk cId="281030203" sldId="293"/>
        </pc:sldMkLst>
        <pc:spChg chg="mod">
          <ac:chgData name="Michael Hill" userId="41dba03d-e58d-4389-9894-554c10310ba4" providerId="ADAL" clId="{EF23FE1D-A042-481E-AFD7-2A9FB0847F54}" dt="2026-08-14T19:14:07.712" v="1504" actId="20577"/>
          <ac:spMkLst>
            <pc:docMk/>
            <pc:sldMk cId="281030203" sldId="293"/>
            <ac:spMk id="16" creationId="{72CAA43F-9E3C-958E-D8ED-F300E3DB311B}"/>
          </ac:spMkLst>
        </pc:spChg>
      </pc:sldChg>
      <pc:sldChg chg="modSp add mod">
        <pc:chgData name="Michael Hill" userId="41dba03d-e58d-4389-9894-554c10310ba4" providerId="ADAL" clId="{EF23FE1D-A042-481E-AFD7-2A9FB0847F54}" dt="2026-08-14T19:14:34.689" v="1620" actId="20577"/>
        <pc:sldMkLst>
          <pc:docMk/>
          <pc:sldMk cId="4157659712" sldId="294"/>
        </pc:sldMkLst>
        <pc:spChg chg="mod">
          <ac:chgData name="Michael Hill" userId="41dba03d-e58d-4389-9894-554c10310ba4" providerId="ADAL" clId="{EF23FE1D-A042-481E-AFD7-2A9FB0847F54}" dt="2026-08-14T19:14:34.689" v="1620" actId="20577"/>
          <ac:spMkLst>
            <pc:docMk/>
            <pc:sldMk cId="4157659712" sldId="294"/>
            <ac:spMk id="16" creationId="{432B4354-2236-E744-3DC8-8FE07E8ABF85}"/>
          </ac:spMkLst>
        </pc:spChg>
      </pc:sldChg>
      <pc:sldChg chg="delSp modSp add mod">
        <pc:chgData name="Michael Hill" userId="41dba03d-e58d-4389-9894-554c10310ba4" providerId="ADAL" clId="{EF23FE1D-A042-481E-AFD7-2A9FB0847F54}" dt="2026-08-14T19:23:25.864" v="2987" actId="20577"/>
        <pc:sldMkLst>
          <pc:docMk/>
          <pc:sldMk cId="3021256781" sldId="295"/>
        </pc:sldMkLst>
        <pc:spChg chg="mod">
          <ac:chgData name="Michael Hill" userId="41dba03d-e58d-4389-9894-554c10310ba4" providerId="ADAL" clId="{EF23FE1D-A042-481E-AFD7-2A9FB0847F54}" dt="2026-08-14T19:23:25.864" v="2987" actId="20577"/>
          <ac:spMkLst>
            <pc:docMk/>
            <pc:sldMk cId="3021256781" sldId="295"/>
            <ac:spMk id="16" creationId="{B11FFAA8-6FEF-CFDF-5366-57734695C8F4}"/>
          </ac:spMkLst>
        </pc:spChg>
        <pc:graphicFrameChg chg="del">
          <ac:chgData name="Michael Hill" userId="41dba03d-e58d-4389-9894-554c10310ba4" providerId="ADAL" clId="{EF23FE1D-A042-481E-AFD7-2A9FB0847F54}" dt="2026-08-14T19:23:09.639" v="2887" actId="478"/>
          <ac:graphicFrameMkLst>
            <pc:docMk/>
            <pc:sldMk cId="3021256781" sldId="295"/>
            <ac:graphicFrameMk id="2" creationId="{D424FBCD-C9DB-C74C-649A-EB6B85AD012E}"/>
          </ac:graphicFrameMkLst>
        </pc:graphicFrameChg>
      </pc:sldChg>
      <pc:sldChg chg="delSp modSp add mod">
        <pc:chgData name="Michael Hill" userId="41dba03d-e58d-4389-9894-554c10310ba4" providerId="ADAL" clId="{EF23FE1D-A042-481E-AFD7-2A9FB0847F54}" dt="2026-08-14T19:23:55.748" v="3122" actId="5793"/>
        <pc:sldMkLst>
          <pc:docMk/>
          <pc:sldMk cId="203153072" sldId="296"/>
        </pc:sldMkLst>
        <pc:spChg chg="mod">
          <ac:chgData name="Michael Hill" userId="41dba03d-e58d-4389-9894-554c10310ba4" providerId="ADAL" clId="{EF23FE1D-A042-481E-AFD7-2A9FB0847F54}" dt="2026-08-14T19:23:55.748" v="3122" actId="5793"/>
          <ac:spMkLst>
            <pc:docMk/>
            <pc:sldMk cId="203153072" sldId="296"/>
            <ac:spMk id="16" creationId="{BED9E02E-E97D-6B02-9D37-EC946312FDEB}"/>
          </ac:spMkLst>
        </pc:spChg>
        <pc:graphicFrameChg chg="del">
          <ac:chgData name="Michael Hill" userId="41dba03d-e58d-4389-9894-554c10310ba4" providerId="ADAL" clId="{EF23FE1D-A042-481E-AFD7-2A9FB0847F54}" dt="2026-08-14T19:23:31.587" v="2988" actId="478"/>
          <ac:graphicFrameMkLst>
            <pc:docMk/>
            <pc:sldMk cId="203153072" sldId="296"/>
            <ac:graphicFrameMk id="2" creationId="{D7B5B8E0-A449-F5E3-17B6-8CDD63F67AE4}"/>
          </ac:graphicFrameMkLst>
        </pc:graphicFrameChg>
      </pc:sldChg>
      <pc:sldChg chg="addSp delSp modSp add mod">
        <pc:chgData name="Michael Hill" userId="41dba03d-e58d-4389-9894-554c10310ba4" providerId="ADAL" clId="{EF23FE1D-A042-481E-AFD7-2A9FB0847F54}" dt="2026-08-14T19:19:32.496" v="2366" actId="20577"/>
        <pc:sldMkLst>
          <pc:docMk/>
          <pc:sldMk cId="4010495952" sldId="297"/>
        </pc:sldMkLst>
        <pc:spChg chg="mod">
          <ac:chgData name="Michael Hill" userId="41dba03d-e58d-4389-9894-554c10310ba4" providerId="ADAL" clId="{EF23FE1D-A042-481E-AFD7-2A9FB0847F54}" dt="2026-08-14T19:15:36.578" v="1839" actId="14100"/>
          <ac:spMkLst>
            <pc:docMk/>
            <pc:sldMk cId="4010495952" sldId="297"/>
            <ac:spMk id="12" creationId="{EDBC0A8A-2039-3A92-40EC-F906F03E84B8}"/>
          </ac:spMkLst>
        </pc:spChg>
        <pc:spChg chg="mod">
          <ac:chgData name="Michael Hill" userId="41dba03d-e58d-4389-9894-554c10310ba4" providerId="ADAL" clId="{EF23FE1D-A042-481E-AFD7-2A9FB0847F54}" dt="2026-08-14T19:15:39.419" v="1840" actId="1076"/>
          <ac:spMkLst>
            <pc:docMk/>
            <pc:sldMk cId="4010495952" sldId="297"/>
            <ac:spMk id="14" creationId="{3C2923A0-567D-1319-6B8E-BBDF1CE414FF}"/>
          </ac:spMkLst>
        </pc:spChg>
        <pc:spChg chg="mod">
          <ac:chgData name="Michael Hill" userId="41dba03d-e58d-4389-9894-554c10310ba4" providerId="ADAL" clId="{EF23FE1D-A042-481E-AFD7-2A9FB0847F54}" dt="2026-08-14T19:19:32.496" v="2366" actId="20577"/>
          <ac:spMkLst>
            <pc:docMk/>
            <pc:sldMk cId="4010495952" sldId="297"/>
            <ac:spMk id="16" creationId="{883F4FAA-80A1-7AAE-9FF8-DDA667EDB580}"/>
          </ac:spMkLst>
        </pc:spChg>
        <pc:graphicFrameChg chg="del">
          <ac:chgData name="Michael Hill" userId="41dba03d-e58d-4389-9894-554c10310ba4" providerId="ADAL" clId="{EF23FE1D-A042-481E-AFD7-2A9FB0847F54}" dt="2026-08-14T19:15:41.580" v="1841" actId="478"/>
          <ac:graphicFrameMkLst>
            <pc:docMk/>
            <pc:sldMk cId="4010495952" sldId="297"/>
            <ac:graphicFrameMk id="2" creationId="{C858A027-735B-5A7F-A791-D6F149708CB9}"/>
          </ac:graphicFrameMkLst>
        </pc:graphicFrameChg>
        <pc:picChg chg="add mod">
          <ac:chgData name="Michael Hill" userId="41dba03d-e58d-4389-9894-554c10310ba4" providerId="ADAL" clId="{EF23FE1D-A042-481E-AFD7-2A9FB0847F54}" dt="2026-08-14T19:18:18.526" v="2320" actId="14100"/>
          <ac:picMkLst>
            <pc:docMk/>
            <pc:sldMk cId="4010495952" sldId="297"/>
            <ac:picMk id="5" creationId="{B06CA0EE-85A7-697A-65E5-F6F6CA44854A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9:22:27.058" v="2854" actId="20577"/>
        <pc:sldMkLst>
          <pc:docMk/>
          <pc:sldMk cId="2530683723" sldId="298"/>
        </pc:sldMkLst>
        <pc:spChg chg="mod">
          <ac:chgData name="Michael Hill" userId="41dba03d-e58d-4389-9894-554c10310ba4" providerId="ADAL" clId="{EF23FE1D-A042-481E-AFD7-2A9FB0847F54}" dt="2026-08-14T19:20:38.132" v="2407" actId="14100"/>
          <ac:spMkLst>
            <pc:docMk/>
            <pc:sldMk cId="2530683723" sldId="298"/>
            <ac:spMk id="12" creationId="{5F172AE1-7573-EE34-C8D1-8FB9867C08CC}"/>
          </ac:spMkLst>
        </pc:spChg>
        <pc:spChg chg="mod">
          <ac:chgData name="Michael Hill" userId="41dba03d-e58d-4389-9894-554c10310ba4" providerId="ADAL" clId="{EF23FE1D-A042-481E-AFD7-2A9FB0847F54}" dt="2026-08-14T19:20:42.832" v="2408" actId="1076"/>
          <ac:spMkLst>
            <pc:docMk/>
            <pc:sldMk cId="2530683723" sldId="298"/>
            <ac:spMk id="14" creationId="{2A2EC9FA-6B29-5C88-2E6D-205240E946A1}"/>
          </ac:spMkLst>
        </pc:spChg>
        <pc:spChg chg="mod">
          <ac:chgData name="Michael Hill" userId="41dba03d-e58d-4389-9894-554c10310ba4" providerId="ADAL" clId="{EF23FE1D-A042-481E-AFD7-2A9FB0847F54}" dt="2026-08-14T19:22:27.058" v="2854" actId="20577"/>
          <ac:spMkLst>
            <pc:docMk/>
            <pc:sldMk cId="2530683723" sldId="298"/>
            <ac:spMk id="16" creationId="{F57AEAF5-C0C8-343B-7651-020780CDFE49}"/>
          </ac:spMkLst>
        </pc:spChg>
        <pc:picChg chg="del">
          <ac:chgData name="Michael Hill" userId="41dba03d-e58d-4389-9894-554c10310ba4" providerId="ADAL" clId="{EF23FE1D-A042-481E-AFD7-2A9FB0847F54}" dt="2026-08-14T19:20:44.045" v="2409" actId="478"/>
          <ac:picMkLst>
            <pc:docMk/>
            <pc:sldMk cId="2530683723" sldId="298"/>
            <ac:picMk id="5" creationId="{48C91AAE-B5F5-E52A-386A-D061A3D95A20}"/>
          </ac:picMkLst>
        </pc:picChg>
      </pc:sldChg>
      <pc:sldChg chg="add del">
        <pc:chgData name="Michael Hill" userId="41dba03d-e58d-4389-9894-554c10310ba4" providerId="ADAL" clId="{EF23FE1D-A042-481E-AFD7-2A9FB0847F54}" dt="2026-08-14T19:17:55.951" v="2316" actId="2890"/>
        <pc:sldMkLst>
          <pc:docMk/>
          <pc:sldMk cId="3076377481" sldId="298"/>
        </pc:sldMkLst>
      </pc:sldChg>
      <pc:sldChg chg="delSp modSp add mod">
        <pc:chgData name="Michael Hill" userId="41dba03d-e58d-4389-9894-554c10310ba4" providerId="ADAL" clId="{EF23FE1D-A042-481E-AFD7-2A9FB0847F54}" dt="2026-08-14T19:30:35.784" v="4245" actId="20577"/>
        <pc:sldMkLst>
          <pc:docMk/>
          <pc:sldMk cId="1649291882" sldId="299"/>
        </pc:sldMkLst>
        <pc:spChg chg="mod">
          <ac:chgData name="Michael Hill" userId="41dba03d-e58d-4389-9894-554c10310ba4" providerId="ADAL" clId="{EF23FE1D-A042-481E-AFD7-2A9FB0847F54}" dt="2026-08-14T19:30:35.784" v="4245" actId="20577"/>
          <ac:spMkLst>
            <pc:docMk/>
            <pc:sldMk cId="1649291882" sldId="299"/>
            <ac:spMk id="16" creationId="{74588378-31CB-7518-E4ED-703083233012}"/>
          </ac:spMkLst>
        </pc:spChg>
        <pc:picChg chg="del">
          <ac:chgData name="Michael Hill" userId="41dba03d-e58d-4389-9894-554c10310ba4" providerId="ADAL" clId="{EF23FE1D-A042-481E-AFD7-2A9FB0847F54}" dt="2026-08-14T19:30:07.709" v="4144" actId="478"/>
          <ac:picMkLst>
            <pc:docMk/>
            <pc:sldMk cId="1649291882" sldId="299"/>
            <ac:picMk id="5" creationId="{AD4D78C0-027C-AFDE-A9E6-8FBCBDD1C2FA}"/>
          </ac:picMkLst>
        </pc:picChg>
      </pc:sldChg>
      <pc:sldChg chg="add del">
        <pc:chgData name="Michael Hill" userId="41dba03d-e58d-4389-9894-554c10310ba4" providerId="ADAL" clId="{EF23FE1D-A042-481E-AFD7-2A9FB0847F54}" dt="2026-08-14T19:25:46.125" v="3195" actId="2890"/>
        <pc:sldMkLst>
          <pc:docMk/>
          <pc:sldMk cId="2606627885" sldId="300"/>
        </pc:sldMkLst>
      </pc:sldChg>
      <pc:sldChg chg="addSp delSp modSp add mod">
        <pc:chgData name="Michael Hill" userId="41dba03d-e58d-4389-9894-554c10310ba4" providerId="ADAL" clId="{EF23FE1D-A042-481E-AFD7-2A9FB0847F54}" dt="2026-08-14T19:27:46.736" v="3517" actId="20577"/>
        <pc:sldMkLst>
          <pc:docMk/>
          <pc:sldMk cId="2732187400" sldId="300"/>
        </pc:sldMkLst>
        <pc:spChg chg="mod">
          <ac:chgData name="Michael Hill" userId="41dba03d-e58d-4389-9894-554c10310ba4" providerId="ADAL" clId="{EF23FE1D-A042-481E-AFD7-2A9FB0847F54}" dt="2026-08-14T19:26:43.242" v="3388" actId="20577"/>
          <ac:spMkLst>
            <pc:docMk/>
            <pc:sldMk cId="2732187400" sldId="300"/>
            <ac:spMk id="16" creationId="{1695D182-7A5E-0453-43D5-CE9E8636B0E0}"/>
          </ac:spMkLst>
        </pc:spChg>
        <pc:graphicFrameChg chg="del">
          <ac:chgData name="Michael Hill" userId="41dba03d-e58d-4389-9894-554c10310ba4" providerId="ADAL" clId="{EF23FE1D-A042-481E-AFD7-2A9FB0847F54}" dt="2026-08-14T19:26:23.059" v="3252" actId="478"/>
          <ac:graphicFrameMkLst>
            <pc:docMk/>
            <pc:sldMk cId="2732187400" sldId="300"/>
            <ac:graphicFrameMk id="2" creationId="{317FCF12-944F-B1D8-D09D-70DAA95A6C00}"/>
          </ac:graphicFrameMkLst>
        </pc:graphicFrameChg>
        <pc:graphicFrameChg chg="add modGraphic">
          <ac:chgData name="Michael Hill" userId="41dba03d-e58d-4389-9894-554c10310ba4" providerId="ADAL" clId="{EF23FE1D-A042-481E-AFD7-2A9FB0847F54}" dt="2026-08-14T19:27:46.736" v="3517" actId="20577"/>
          <ac:graphicFrameMkLst>
            <pc:docMk/>
            <pc:sldMk cId="2732187400" sldId="300"/>
            <ac:graphicFrameMk id="5" creationId="{CF874281-7D42-615A-A82D-8EAF3604D2CD}"/>
          </ac:graphicFrameMkLst>
        </pc:graphicFrameChg>
      </pc:sldChg>
      <pc:sldChg chg="addSp modSp add mod">
        <pc:chgData name="Michael Hill" userId="41dba03d-e58d-4389-9894-554c10310ba4" providerId="ADAL" clId="{EF23FE1D-A042-481E-AFD7-2A9FB0847F54}" dt="2026-08-14T19:28:24.246" v="3695" actId="20577"/>
        <pc:sldMkLst>
          <pc:docMk/>
          <pc:sldMk cId="2473413766" sldId="301"/>
        </pc:sldMkLst>
        <pc:spChg chg="mod">
          <ac:chgData name="Michael Hill" userId="41dba03d-e58d-4389-9894-554c10310ba4" providerId="ADAL" clId="{EF23FE1D-A042-481E-AFD7-2A9FB0847F54}" dt="2026-08-14T19:28:24.246" v="3695" actId="20577"/>
          <ac:spMkLst>
            <pc:docMk/>
            <pc:sldMk cId="2473413766" sldId="301"/>
            <ac:spMk id="16" creationId="{365B4849-2EE8-2B2A-9695-402C436F59B5}"/>
          </ac:spMkLst>
        </pc:spChg>
        <pc:graphicFrameChg chg="add modGraphic">
          <ac:chgData name="Michael Hill" userId="41dba03d-e58d-4389-9894-554c10310ba4" providerId="ADAL" clId="{EF23FE1D-A042-481E-AFD7-2A9FB0847F54}" dt="2026-08-14T19:28:13.872" v="3628" actId="20577"/>
          <ac:graphicFrameMkLst>
            <pc:docMk/>
            <pc:sldMk cId="2473413766" sldId="301"/>
            <ac:graphicFrameMk id="4" creationId="{2EE013E6-740D-3222-66FA-2F50422BB015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28:56.567" v="3864" actId="20577"/>
        <pc:sldMkLst>
          <pc:docMk/>
          <pc:sldMk cId="3231734351" sldId="302"/>
        </pc:sldMkLst>
        <pc:spChg chg="mod">
          <ac:chgData name="Michael Hill" userId="41dba03d-e58d-4389-9894-554c10310ba4" providerId="ADAL" clId="{EF23FE1D-A042-481E-AFD7-2A9FB0847F54}" dt="2026-08-14T19:28:56.567" v="3864" actId="20577"/>
          <ac:spMkLst>
            <pc:docMk/>
            <pc:sldMk cId="3231734351" sldId="302"/>
            <ac:spMk id="16" creationId="{31871FC7-C6C9-32C3-0A2F-2987D86D992C}"/>
          </ac:spMkLst>
        </pc:spChg>
        <pc:graphicFrameChg chg="modGraphic">
          <ac:chgData name="Michael Hill" userId="41dba03d-e58d-4389-9894-554c10310ba4" providerId="ADAL" clId="{EF23FE1D-A042-481E-AFD7-2A9FB0847F54}" dt="2026-08-14T19:28:51.019" v="3841" actId="20577"/>
          <ac:graphicFrameMkLst>
            <pc:docMk/>
            <pc:sldMk cId="3231734351" sldId="302"/>
            <ac:graphicFrameMk id="4" creationId="{4CECEB55-4A52-20AD-FCEA-E790EA09C171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30:00.277" v="4143" actId="20577"/>
        <pc:sldMkLst>
          <pc:docMk/>
          <pc:sldMk cId="3468437193" sldId="303"/>
        </pc:sldMkLst>
        <pc:spChg chg="mod">
          <ac:chgData name="Michael Hill" userId="41dba03d-e58d-4389-9894-554c10310ba4" providerId="ADAL" clId="{EF23FE1D-A042-481E-AFD7-2A9FB0847F54}" dt="2026-08-14T19:30:00.277" v="4143" actId="20577"/>
          <ac:spMkLst>
            <pc:docMk/>
            <pc:sldMk cId="3468437193" sldId="303"/>
            <ac:spMk id="16" creationId="{91A29477-BB9E-E7A7-F35A-60C6C5585AD9}"/>
          </ac:spMkLst>
        </pc:spChg>
        <pc:graphicFrameChg chg="modGraphic">
          <ac:chgData name="Michael Hill" userId="41dba03d-e58d-4389-9894-554c10310ba4" providerId="ADAL" clId="{EF23FE1D-A042-481E-AFD7-2A9FB0847F54}" dt="2026-08-14T19:29:41.152" v="4049" actId="20577"/>
          <ac:graphicFrameMkLst>
            <pc:docMk/>
            <pc:sldMk cId="3468437193" sldId="303"/>
            <ac:graphicFrameMk id="4" creationId="{744B1A95-DD15-55AA-83AD-23D2B448E71D}"/>
          </ac:graphicFrameMkLst>
        </pc:graphicFrameChg>
      </pc:sldChg>
      <pc:sldChg chg="modSp add mod">
        <pc:chgData name="Michael Hill" userId="41dba03d-e58d-4389-9894-554c10310ba4" providerId="ADAL" clId="{EF23FE1D-A042-481E-AFD7-2A9FB0847F54}" dt="2026-08-14T19:31:12.595" v="4334" actId="20577"/>
        <pc:sldMkLst>
          <pc:docMk/>
          <pc:sldMk cId="2192650716" sldId="304"/>
        </pc:sldMkLst>
        <pc:spChg chg="mod">
          <ac:chgData name="Michael Hill" userId="41dba03d-e58d-4389-9894-554c10310ba4" providerId="ADAL" clId="{EF23FE1D-A042-481E-AFD7-2A9FB0847F54}" dt="2026-08-14T19:30:51.362" v="4270" actId="14100"/>
          <ac:spMkLst>
            <pc:docMk/>
            <pc:sldMk cId="2192650716" sldId="304"/>
            <ac:spMk id="12" creationId="{9618C01C-80A1-AC3B-A909-471A11C86B0F}"/>
          </ac:spMkLst>
        </pc:spChg>
        <pc:spChg chg="mod">
          <ac:chgData name="Michael Hill" userId="41dba03d-e58d-4389-9894-554c10310ba4" providerId="ADAL" clId="{EF23FE1D-A042-481E-AFD7-2A9FB0847F54}" dt="2026-08-14T19:30:55.717" v="4272" actId="1076"/>
          <ac:spMkLst>
            <pc:docMk/>
            <pc:sldMk cId="2192650716" sldId="304"/>
            <ac:spMk id="14" creationId="{3C1D1EE2-7173-C1ED-78B3-B7B0D78B3F5D}"/>
          </ac:spMkLst>
        </pc:spChg>
        <pc:spChg chg="mod">
          <ac:chgData name="Michael Hill" userId="41dba03d-e58d-4389-9894-554c10310ba4" providerId="ADAL" clId="{EF23FE1D-A042-481E-AFD7-2A9FB0847F54}" dt="2026-08-14T19:31:12.595" v="4334" actId="20577"/>
          <ac:spMkLst>
            <pc:docMk/>
            <pc:sldMk cId="2192650716" sldId="304"/>
            <ac:spMk id="16" creationId="{104F567A-E19C-74A7-B049-CF176EB9CF80}"/>
          </ac:spMkLst>
        </pc:spChg>
      </pc:sldChg>
      <pc:sldChg chg="modSp add mod">
        <pc:chgData name="Michael Hill" userId="41dba03d-e58d-4389-9894-554c10310ba4" providerId="ADAL" clId="{EF23FE1D-A042-481E-AFD7-2A9FB0847F54}" dt="2026-08-14T19:31:42.623" v="4503" actId="20577"/>
        <pc:sldMkLst>
          <pc:docMk/>
          <pc:sldMk cId="2511243" sldId="305"/>
        </pc:sldMkLst>
        <pc:spChg chg="mod">
          <ac:chgData name="Michael Hill" userId="41dba03d-e58d-4389-9894-554c10310ba4" providerId="ADAL" clId="{EF23FE1D-A042-481E-AFD7-2A9FB0847F54}" dt="2026-08-14T19:31:42.623" v="4503" actId="20577"/>
          <ac:spMkLst>
            <pc:docMk/>
            <pc:sldMk cId="2511243" sldId="305"/>
            <ac:spMk id="16" creationId="{BCDE0666-1586-CB66-6FE3-442ECA044984}"/>
          </ac:spMkLst>
        </pc:spChg>
      </pc:sldChg>
      <pc:sldChg chg="modSp add mod">
        <pc:chgData name="Michael Hill" userId="41dba03d-e58d-4389-9894-554c10310ba4" providerId="ADAL" clId="{EF23FE1D-A042-481E-AFD7-2A9FB0847F54}" dt="2026-08-14T19:32:11.682" v="4600" actId="20577"/>
        <pc:sldMkLst>
          <pc:docMk/>
          <pc:sldMk cId="713445811" sldId="306"/>
        </pc:sldMkLst>
        <pc:spChg chg="mod">
          <ac:chgData name="Michael Hill" userId="41dba03d-e58d-4389-9894-554c10310ba4" providerId="ADAL" clId="{EF23FE1D-A042-481E-AFD7-2A9FB0847F54}" dt="2026-08-14T19:32:11.682" v="4600" actId="20577"/>
          <ac:spMkLst>
            <pc:docMk/>
            <pc:sldMk cId="713445811" sldId="306"/>
            <ac:spMk id="16" creationId="{FCD8E78E-6B50-CCA4-DCF4-91965B2D600B}"/>
          </ac:spMkLst>
        </pc:spChg>
      </pc:sldChg>
      <pc:sldChg chg="modSp add mod">
        <pc:chgData name="Michael Hill" userId="41dba03d-e58d-4389-9894-554c10310ba4" providerId="ADAL" clId="{EF23FE1D-A042-481E-AFD7-2A9FB0847F54}" dt="2026-08-14T19:32:58.719" v="4877" actId="20577"/>
        <pc:sldMkLst>
          <pc:docMk/>
          <pc:sldMk cId="3934829719" sldId="307"/>
        </pc:sldMkLst>
        <pc:spChg chg="mod">
          <ac:chgData name="Michael Hill" userId="41dba03d-e58d-4389-9894-554c10310ba4" providerId="ADAL" clId="{EF23FE1D-A042-481E-AFD7-2A9FB0847F54}" dt="2026-08-14T19:32:58.719" v="4877" actId="20577"/>
          <ac:spMkLst>
            <pc:docMk/>
            <pc:sldMk cId="3934829719" sldId="307"/>
            <ac:spMk id="16" creationId="{4E4C84A8-4FD0-F04D-05FF-52D19A6EC2DB}"/>
          </ac:spMkLst>
        </pc:spChg>
      </pc:sldChg>
      <pc:sldChg chg="modSp add mod">
        <pc:chgData name="Michael Hill" userId="41dba03d-e58d-4389-9894-554c10310ba4" providerId="ADAL" clId="{EF23FE1D-A042-481E-AFD7-2A9FB0847F54}" dt="2026-08-14T19:47:07.633" v="4957" actId="20577"/>
        <pc:sldMkLst>
          <pc:docMk/>
          <pc:sldMk cId="631038492" sldId="308"/>
        </pc:sldMkLst>
        <pc:spChg chg="mod">
          <ac:chgData name="Michael Hill" userId="41dba03d-e58d-4389-9894-554c10310ba4" providerId="ADAL" clId="{EF23FE1D-A042-481E-AFD7-2A9FB0847F54}" dt="2026-08-14T19:33:11.155" v="4910" actId="14100"/>
          <ac:spMkLst>
            <pc:docMk/>
            <pc:sldMk cId="631038492" sldId="308"/>
            <ac:spMk id="12" creationId="{40635CFB-3686-F700-FDCA-94684897AC92}"/>
          </ac:spMkLst>
        </pc:spChg>
        <pc:spChg chg="mod">
          <ac:chgData name="Michael Hill" userId="41dba03d-e58d-4389-9894-554c10310ba4" providerId="ADAL" clId="{EF23FE1D-A042-481E-AFD7-2A9FB0847F54}" dt="2026-08-14T19:33:16.502" v="4911" actId="1076"/>
          <ac:spMkLst>
            <pc:docMk/>
            <pc:sldMk cId="631038492" sldId="308"/>
            <ac:spMk id="14" creationId="{723A6588-ED3E-E03A-2975-4C2A7DDAB49C}"/>
          </ac:spMkLst>
        </pc:spChg>
        <pc:spChg chg="mod">
          <ac:chgData name="Michael Hill" userId="41dba03d-e58d-4389-9894-554c10310ba4" providerId="ADAL" clId="{EF23FE1D-A042-481E-AFD7-2A9FB0847F54}" dt="2026-08-14T19:47:07.633" v="4957" actId="20577"/>
          <ac:spMkLst>
            <pc:docMk/>
            <pc:sldMk cId="631038492" sldId="308"/>
            <ac:spMk id="16" creationId="{29D24C59-A61D-C551-F880-B65ADD7168EA}"/>
          </ac:spMkLst>
        </pc:spChg>
      </pc:sldChg>
      <pc:sldChg chg="modSp add mod">
        <pc:chgData name="Michael Hill" userId="41dba03d-e58d-4389-9894-554c10310ba4" providerId="ADAL" clId="{EF23FE1D-A042-481E-AFD7-2A9FB0847F54}" dt="2026-08-14T19:48:27.028" v="5230" actId="20577"/>
        <pc:sldMkLst>
          <pc:docMk/>
          <pc:sldMk cId="2921624082" sldId="309"/>
        </pc:sldMkLst>
        <pc:spChg chg="mod">
          <ac:chgData name="Michael Hill" userId="41dba03d-e58d-4389-9894-554c10310ba4" providerId="ADAL" clId="{EF23FE1D-A042-481E-AFD7-2A9FB0847F54}" dt="2026-08-14T19:48:27.028" v="5230" actId="20577"/>
          <ac:spMkLst>
            <pc:docMk/>
            <pc:sldMk cId="2921624082" sldId="309"/>
            <ac:spMk id="16" creationId="{B9159A13-1344-2129-CF5E-4D6C8F6C830F}"/>
          </ac:spMkLst>
        </pc:spChg>
      </pc:sldChg>
      <pc:sldChg chg="addSp modSp add mod">
        <pc:chgData name="Michael Hill" userId="41dba03d-e58d-4389-9894-554c10310ba4" providerId="ADAL" clId="{EF23FE1D-A042-481E-AFD7-2A9FB0847F54}" dt="2026-08-14T19:49:22.413" v="5286" actId="1076"/>
        <pc:sldMkLst>
          <pc:docMk/>
          <pc:sldMk cId="2405721443" sldId="310"/>
        </pc:sldMkLst>
        <pc:spChg chg="mod">
          <ac:chgData name="Michael Hill" userId="41dba03d-e58d-4389-9894-554c10310ba4" providerId="ADAL" clId="{EF23FE1D-A042-481E-AFD7-2A9FB0847F54}" dt="2026-08-14T19:48:57.355" v="5281" actId="313"/>
          <ac:spMkLst>
            <pc:docMk/>
            <pc:sldMk cId="2405721443" sldId="310"/>
            <ac:spMk id="16" creationId="{DFBFBA1D-04E5-1D1B-02D7-ABE76CE3CEA8}"/>
          </ac:spMkLst>
        </pc:spChg>
        <pc:picChg chg="add mod">
          <ac:chgData name="Michael Hill" userId="41dba03d-e58d-4389-9894-554c10310ba4" providerId="ADAL" clId="{EF23FE1D-A042-481E-AFD7-2A9FB0847F54}" dt="2026-08-14T19:49:22.413" v="5286" actId="1076"/>
          <ac:picMkLst>
            <pc:docMk/>
            <pc:sldMk cId="2405721443" sldId="310"/>
            <ac:picMk id="2" creationId="{1D5E3A66-1CA8-E654-1485-B1935CB8CFAD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8-14T19:50:43.693" v="5543" actId="1076"/>
        <pc:sldMkLst>
          <pc:docMk/>
          <pc:sldMk cId="2834303849" sldId="311"/>
        </pc:sldMkLst>
        <pc:spChg chg="mod">
          <ac:chgData name="Michael Hill" userId="41dba03d-e58d-4389-9894-554c10310ba4" providerId="ADAL" clId="{EF23FE1D-A042-481E-AFD7-2A9FB0847F54}" dt="2026-08-14T19:50:41.234" v="5542" actId="20577"/>
          <ac:spMkLst>
            <pc:docMk/>
            <pc:sldMk cId="2834303849" sldId="311"/>
            <ac:spMk id="16" creationId="{DCC4043F-884A-2AB6-383C-EAC9A1D0FC23}"/>
          </ac:spMkLst>
        </pc:spChg>
        <pc:picChg chg="del">
          <ac:chgData name="Michael Hill" userId="41dba03d-e58d-4389-9894-554c10310ba4" providerId="ADAL" clId="{EF23FE1D-A042-481E-AFD7-2A9FB0847F54}" dt="2026-08-14T19:49:52.738" v="5288" actId="478"/>
          <ac:picMkLst>
            <pc:docMk/>
            <pc:sldMk cId="2834303849" sldId="311"/>
            <ac:picMk id="2" creationId="{26BF1E8A-9DCB-298E-7D9C-8203C19A8C62}"/>
          </ac:picMkLst>
        </pc:picChg>
        <pc:picChg chg="add mod">
          <ac:chgData name="Michael Hill" userId="41dba03d-e58d-4389-9894-554c10310ba4" providerId="ADAL" clId="{EF23FE1D-A042-481E-AFD7-2A9FB0847F54}" dt="2026-08-14T19:50:43.693" v="5543" actId="1076"/>
          <ac:picMkLst>
            <pc:docMk/>
            <pc:sldMk cId="2834303849" sldId="311"/>
            <ac:picMk id="5" creationId="{7F525627-9BB5-BF08-5D5D-1CCBFA3EA496}"/>
          </ac:picMkLst>
        </pc:picChg>
      </pc:sldChg>
      <pc:sldChg chg="delSp modSp add mod">
        <pc:chgData name="Michael Hill" userId="41dba03d-e58d-4389-9894-554c10310ba4" providerId="ADAL" clId="{EF23FE1D-A042-481E-AFD7-2A9FB0847F54}" dt="2026-08-14T19:51:36.699" v="5768" actId="20577"/>
        <pc:sldMkLst>
          <pc:docMk/>
          <pc:sldMk cId="1715714476" sldId="312"/>
        </pc:sldMkLst>
        <pc:spChg chg="mod">
          <ac:chgData name="Michael Hill" userId="41dba03d-e58d-4389-9894-554c10310ba4" providerId="ADAL" clId="{EF23FE1D-A042-481E-AFD7-2A9FB0847F54}" dt="2026-08-14T19:50:58.328" v="5572" actId="14100"/>
          <ac:spMkLst>
            <pc:docMk/>
            <pc:sldMk cId="1715714476" sldId="312"/>
            <ac:spMk id="12" creationId="{38F7F4D8-F3A1-BFD4-762A-9D5D52733E1A}"/>
          </ac:spMkLst>
        </pc:spChg>
        <pc:spChg chg="mod">
          <ac:chgData name="Michael Hill" userId="41dba03d-e58d-4389-9894-554c10310ba4" providerId="ADAL" clId="{EF23FE1D-A042-481E-AFD7-2A9FB0847F54}" dt="2026-08-14T19:51:00.124" v="5573" actId="1076"/>
          <ac:spMkLst>
            <pc:docMk/>
            <pc:sldMk cId="1715714476" sldId="312"/>
            <ac:spMk id="14" creationId="{6C101F23-D013-554A-83D2-840C7F16CDBD}"/>
          </ac:spMkLst>
        </pc:spChg>
        <pc:spChg chg="mod">
          <ac:chgData name="Michael Hill" userId="41dba03d-e58d-4389-9894-554c10310ba4" providerId="ADAL" clId="{EF23FE1D-A042-481E-AFD7-2A9FB0847F54}" dt="2026-08-14T19:51:36.699" v="5768" actId="20577"/>
          <ac:spMkLst>
            <pc:docMk/>
            <pc:sldMk cId="1715714476" sldId="312"/>
            <ac:spMk id="16" creationId="{1B9B61E5-3CD4-16EC-BF3D-B3CD867C4313}"/>
          </ac:spMkLst>
        </pc:spChg>
        <pc:picChg chg="del">
          <ac:chgData name="Michael Hill" userId="41dba03d-e58d-4389-9894-554c10310ba4" providerId="ADAL" clId="{EF23FE1D-A042-481E-AFD7-2A9FB0847F54}" dt="2026-08-14T19:50:48.006" v="5545" actId="478"/>
          <ac:picMkLst>
            <pc:docMk/>
            <pc:sldMk cId="1715714476" sldId="312"/>
            <ac:picMk id="5" creationId="{A4128472-6D25-A786-FFB0-E45F78DF62C7}"/>
          </ac:picMkLst>
        </pc:picChg>
      </pc:sldChg>
      <pc:sldChg chg="modSp add mod">
        <pc:chgData name="Michael Hill" userId="41dba03d-e58d-4389-9894-554c10310ba4" providerId="ADAL" clId="{EF23FE1D-A042-481E-AFD7-2A9FB0847F54}" dt="2026-08-14T19:53:50.961" v="6181" actId="20577"/>
        <pc:sldMkLst>
          <pc:docMk/>
          <pc:sldMk cId="2912088711" sldId="313"/>
        </pc:sldMkLst>
        <pc:spChg chg="mod">
          <ac:chgData name="Michael Hill" userId="41dba03d-e58d-4389-9894-554c10310ba4" providerId="ADAL" clId="{EF23FE1D-A042-481E-AFD7-2A9FB0847F54}" dt="2026-08-14T19:51:49.873" v="5799" actId="14100"/>
          <ac:spMkLst>
            <pc:docMk/>
            <pc:sldMk cId="2912088711" sldId="313"/>
            <ac:spMk id="12" creationId="{D4CA33A9-EC6B-B6B4-11E2-538432AC71FE}"/>
          </ac:spMkLst>
        </pc:spChg>
        <pc:spChg chg="mod">
          <ac:chgData name="Michael Hill" userId="41dba03d-e58d-4389-9894-554c10310ba4" providerId="ADAL" clId="{EF23FE1D-A042-481E-AFD7-2A9FB0847F54}" dt="2026-08-14T19:51:51.713" v="5800" actId="1076"/>
          <ac:spMkLst>
            <pc:docMk/>
            <pc:sldMk cId="2912088711" sldId="313"/>
            <ac:spMk id="14" creationId="{F5A6B999-A497-F759-F984-61321DADC430}"/>
          </ac:spMkLst>
        </pc:spChg>
        <pc:spChg chg="mod">
          <ac:chgData name="Michael Hill" userId="41dba03d-e58d-4389-9894-554c10310ba4" providerId="ADAL" clId="{EF23FE1D-A042-481E-AFD7-2A9FB0847F54}" dt="2026-08-14T19:53:50.961" v="6181" actId="20577"/>
          <ac:spMkLst>
            <pc:docMk/>
            <pc:sldMk cId="2912088711" sldId="313"/>
            <ac:spMk id="16" creationId="{B4358032-CC4C-8E77-D6A2-368135B14C33}"/>
          </ac:spMkLst>
        </pc:spChg>
      </pc:sldChg>
      <pc:sldChg chg="modSp add mod">
        <pc:chgData name="Michael Hill" userId="41dba03d-e58d-4389-9894-554c10310ba4" providerId="ADAL" clId="{EF23FE1D-A042-481E-AFD7-2A9FB0847F54}" dt="2026-08-14T19:55:00.536" v="6485" actId="20577"/>
        <pc:sldMkLst>
          <pc:docMk/>
          <pc:sldMk cId="4152522032" sldId="314"/>
        </pc:sldMkLst>
        <pc:spChg chg="mod">
          <ac:chgData name="Michael Hill" userId="41dba03d-e58d-4389-9894-554c10310ba4" providerId="ADAL" clId="{EF23FE1D-A042-481E-AFD7-2A9FB0847F54}" dt="2026-08-14T19:55:00.536" v="6485" actId="20577"/>
          <ac:spMkLst>
            <pc:docMk/>
            <pc:sldMk cId="4152522032" sldId="314"/>
            <ac:spMk id="16" creationId="{4256C373-23FC-1D8C-3D5D-2CF3BAEDC528}"/>
          </ac:spMkLst>
        </pc:spChg>
      </pc:sldChg>
      <pc:sldChg chg="modSp add mod">
        <pc:chgData name="Michael Hill" userId="41dba03d-e58d-4389-9894-554c10310ba4" providerId="ADAL" clId="{EF23FE1D-A042-481E-AFD7-2A9FB0847F54}" dt="2026-08-14T19:55:33.182" v="6611" actId="20577"/>
        <pc:sldMkLst>
          <pc:docMk/>
          <pc:sldMk cId="3016746545" sldId="315"/>
        </pc:sldMkLst>
        <pc:spChg chg="mod">
          <ac:chgData name="Michael Hill" userId="41dba03d-e58d-4389-9894-554c10310ba4" providerId="ADAL" clId="{EF23FE1D-A042-481E-AFD7-2A9FB0847F54}" dt="2026-08-14T19:55:33.182" v="6611" actId="20577"/>
          <ac:spMkLst>
            <pc:docMk/>
            <pc:sldMk cId="3016746545" sldId="315"/>
            <ac:spMk id="16" creationId="{8E66CF9B-0EB5-6758-F50D-FC95C7899E0F}"/>
          </ac:spMkLst>
        </pc:spChg>
      </pc:sldChg>
      <pc:sldChg chg="modSp add mod">
        <pc:chgData name="Michael Hill" userId="41dba03d-e58d-4389-9894-554c10310ba4" providerId="ADAL" clId="{EF23FE1D-A042-481E-AFD7-2A9FB0847F54}" dt="2026-08-14T19:55:58.756" v="6741" actId="20577"/>
        <pc:sldMkLst>
          <pc:docMk/>
          <pc:sldMk cId="1439584791" sldId="316"/>
        </pc:sldMkLst>
        <pc:spChg chg="mod">
          <ac:chgData name="Michael Hill" userId="41dba03d-e58d-4389-9894-554c10310ba4" providerId="ADAL" clId="{EF23FE1D-A042-481E-AFD7-2A9FB0847F54}" dt="2026-08-14T19:55:42.713" v="6637" actId="14100"/>
          <ac:spMkLst>
            <pc:docMk/>
            <pc:sldMk cId="1439584791" sldId="316"/>
            <ac:spMk id="12" creationId="{A53121CA-D85C-4B30-AECF-DF36C3072E89}"/>
          </ac:spMkLst>
        </pc:spChg>
        <pc:spChg chg="mod">
          <ac:chgData name="Michael Hill" userId="41dba03d-e58d-4389-9894-554c10310ba4" providerId="ADAL" clId="{EF23FE1D-A042-481E-AFD7-2A9FB0847F54}" dt="2026-08-14T19:55:44.966" v="6638" actId="1076"/>
          <ac:spMkLst>
            <pc:docMk/>
            <pc:sldMk cId="1439584791" sldId="316"/>
            <ac:spMk id="14" creationId="{4AED3A72-7CAB-C802-4A6D-A74DE95E9DDC}"/>
          </ac:spMkLst>
        </pc:spChg>
        <pc:spChg chg="mod">
          <ac:chgData name="Michael Hill" userId="41dba03d-e58d-4389-9894-554c10310ba4" providerId="ADAL" clId="{EF23FE1D-A042-481E-AFD7-2A9FB0847F54}" dt="2026-08-14T19:55:58.756" v="6741" actId="20577"/>
          <ac:spMkLst>
            <pc:docMk/>
            <pc:sldMk cId="1439584791" sldId="316"/>
            <ac:spMk id="16" creationId="{23E82A5E-BF06-CE9B-5673-05D8F98B8685}"/>
          </ac:spMkLst>
        </pc:spChg>
      </pc:sldChg>
      <pc:sldChg chg="modSp add mod">
        <pc:chgData name="Michael Hill" userId="41dba03d-e58d-4389-9894-554c10310ba4" providerId="ADAL" clId="{EF23FE1D-A042-481E-AFD7-2A9FB0847F54}" dt="2026-08-14T19:56:59.331" v="6918"/>
        <pc:sldMkLst>
          <pc:docMk/>
          <pc:sldMk cId="627517892" sldId="317"/>
        </pc:sldMkLst>
        <pc:spChg chg="mod">
          <ac:chgData name="Michael Hill" userId="41dba03d-e58d-4389-9894-554c10310ba4" providerId="ADAL" clId="{EF23FE1D-A042-481E-AFD7-2A9FB0847F54}" dt="2026-08-14T19:56:59.331" v="6918"/>
          <ac:spMkLst>
            <pc:docMk/>
            <pc:sldMk cId="627517892" sldId="317"/>
            <ac:spMk id="16" creationId="{43485B22-AA46-DAC5-862F-844B1FAEFC9A}"/>
          </ac:spMkLst>
        </pc:spChg>
      </pc:sldChg>
      <pc:sldChg chg="modSp add mod">
        <pc:chgData name="Michael Hill" userId="41dba03d-e58d-4389-9894-554c10310ba4" providerId="ADAL" clId="{EF23FE1D-A042-481E-AFD7-2A9FB0847F54}" dt="2026-08-14T19:57:55.220" v="7017" actId="20577"/>
        <pc:sldMkLst>
          <pc:docMk/>
          <pc:sldMk cId="3918056586" sldId="318"/>
        </pc:sldMkLst>
        <pc:spChg chg="mod">
          <ac:chgData name="Michael Hill" userId="41dba03d-e58d-4389-9894-554c10310ba4" providerId="ADAL" clId="{EF23FE1D-A042-481E-AFD7-2A9FB0847F54}" dt="2026-08-14T19:57:55.220" v="7017" actId="20577"/>
          <ac:spMkLst>
            <pc:docMk/>
            <pc:sldMk cId="3918056586" sldId="318"/>
            <ac:spMk id="16" creationId="{36389C1C-7B00-1B01-6E11-BB5F9688E6DF}"/>
          </ac:spMkLst>
        </pc:spChg>
      </pc:sldChg>
      <pc:sldChg chg="modSp add mod">
        <pc:chgData name="Michael Hill" userId="41dba03d-e58d-4389-9894-554c10310ba4" providerId="ADAL" clId="{EF23FE1D-A042-481E-AFD7-2A9FB0847F54}" dt="2026-08-14T20:00:34.131" v="7582" actId="20577"/>
        <pc:sldMkLst>
          <pc:docMk/>
          <pc:sldMk cId="2883402745" sldId="319"/>
        </pc:sldMkLst>
        <pc:spChg chg="mod">
          <ac:chgData name="Michael Hill" userId="41dba03d-e58d-4389-9894-554c10310ba4" providerId="ADAL" clId="{EF23FE1D-A042-481E-AFD7-2A9FB0847F54}" dt="2026-08-14T19:58:10.219" v="7037" actId="14100"/>
          <ac:spMkLst>
            <pc:docMk/>
            <pc:sldMk cId="2883402745" sldId="319"/>
            <ac:spMk id="12" creationId="{29912C0E-9A9D-1B89-BA5D-76562D49B91B}"/>
          </ac:spMkLst>
        </pc:spChg>
        <pc:spChg chg="mod">
          <ac:chgData name="Michael Hill" userId="41dba03d-e58d-4389-9894-554c10310ba4" providerId="ADAL" clId="{EF23FE1D-A042-481E-AFD7-2A9FB0847F54}" dt="2026-08-14T19:58:12.460" v="7038" actId="1076"/>
          <ac:spMkLst>
            <pc:docMk/>
            <pc:sldMk cId="2883402745" sldId="319"/>
            <ac:spMk id="14" creationId="{59B109E7-FDB1-8546-0EB0-B5950F8F4A45}"/>
          </ac:spMkLst>
        </pc:spChg>
        <pc:spChg chg="mod">
          <ac:chgData name="Michael Hill" userId="41dba03d-e58d-4389-9894-554c10310ba4" providerId="ADAL" clId="{EF23FE1D-A042-481E-AFD7-2A9FB0847F54}" dt="2026-08-14T20:00:34.131" v="7582" actId="20577"/>
          <ac:spMkLst>
            <pc:docMk/>
            <pc:sldMk cId="2883402745" sldId="319"/>
            <ac:spMk id="16" creationId="{7BD56963-FE4C-E611-C30F-3EC68AE65F62}"/>
          </ac:spMkLst>
        </pc:spChg>
      </pc:sldChg>
      <pc:sldChg chg="modSp add mod">
        <pc:chgData name="Michael Hill" userId="41dba03d-e58d-4389-9894-554c10310ba4" providerId="ADAL" clId="{EF23FE1D-A042-481E-AFD7-2A9FB0847F54}" dt="2026-08-14T20:00:17.436" v="7530" actId="20577"/>
        <pc:sldMkLst>
          <pc:docMk/>
          <pc:sldMk cId="913790490" sldId="320"/>
        </pc:sldMkLst>
        <pc:spChg chg="mod">
          <ac:chgData name="Michael Hill" userId="41dba03d-e58d-4389-9894-554c10310ba4" providerId="ADAL" clId="{EF23FE1D-A042-481E-AFD7-2A9FB0847F54}" dt="2026-08-14T20:00:17.436" v="7530" actId="20577"/>
          <ac:spMkLst>
            <pc:docMk/>
            <pc:sldMk cId="913790490" sldId="320"/>
            <ac:spMk id="16" creationId="{43975C38-7A31-CA28-94AA-5C9322CE431F}"/>
          </ac:spMkLst>
        </pc:spChg>
      </pc:sldChg>
      <pc:sldChg chg="modSp add mod">
        <pc:chgData name="Michael Hill" userId="41dba03d-e58d-4389-9894-554c10310ba4" providerId="ADAL" clId="{EF23FE1D-A042-481E-AFD7-2A9FB0847F54}" dt="2026-08-14T20:02:35.086" v="8108" actId="20577"/>
        <pc:sldMkLst>
          <pc:docMk/>
          <pc:sldMk cId="3110449579" sldId="321"/>
        </pc:sldMkLst>
        <pc:spChg chg="mod">
          <ac:chgData name="Michael Hill" userId="41dba03d-e58d-4389-9894-554c10310ba4" providerId="ADAL" clId="{EF23FE1D-A042-481E-AFD7-2A9FB0847F54}" dt="2026-08-14T20:01:00.807" v="7596" actId="20577"/>
          <ac:spMkLst>
            <pc:docMk/>
            <pc:sldMk cId="3110449579" sldId="321"/>
            <ac:spMk id="12" creationId="{8D10118B-800E-0ABF-F00D-F63DDFF16B46}"/>
          </ac:spMkLst>
        </pc:spChg>
        <pc:spChg chg="mod">
          <ac:chgData name="Michael Hill" userId="41dba03d-e58d-4389-9894-554c10310ba4" providerId="ADAL" clId="{EF23FE1D-A042-481E-AFD7-2A9FB0847F54}" dt="2026-08-14T20:02:35.086" v="8108" actId="20577"/>
          <ac:spMkLst>
            <pc:docMk/>
            <pc:sldMk cId="3110449579" sldId="321"/>
            <ac:spMk id="16" creationId="{535E36A7-A71A-5068-1AE6-A0FE8E5C8B79}"/>
          </ac:spMkLst>
        </pc:spChg>
      </pc:sldChg>
      <pc:sldChg chg="modSp add mod">
        <pc:chgData name="Michael Hill" userId="41dba03d-e58d-4389-9894-554c10310ba4" providerId="ADAL" clId="{EF23FE1D-A042-481E-AFD7-2A9FB0847F54}" dt="2026-08-14T20:37:08.209" v="8458" actId="20577"/>
        <pc:sldMkLst>
          <pc:docMk/>
          <pc:sldMk cId="361663154" sldId="322"/>
        </pc:sldMkLst>
        <pc:spChg chg="mod">
          <ac:chgData name="Michael Hill" userId="41dba03d-e58d-4389-9894-554c10310ba4" providerId="ADAL" clId="{EF23FE1D-A042-481E-AFD7-2A9FB0847F54}" dt="2026-08-14T20:35:30.860" v="8270" actId="14100"/>
          <ac:spMkLst>
            <pc:docMk/>
            <pc:sldMk cId="361663154" sldId="322"/>
            <ac:spMk id="12" creationId="{8C70122B-97C0-A90D-82D6-02660BA26E22}"/>
          </ac:spMkLst>
        </pc:spChg>
        <pc:spChg chg="mod">
          <ac:chgData name="Michael Hill" userId="41dba03d-e58d-4389-9894-554c10310ba4" providerId="ADAL" clId="{EF23FE1D-A042-481E-AFD7-2A9FB0847F54}" dt="2026-08-14T20:35:32.929" v="8271" actId="1076"/>
          <ac:spMkLst>
            <pc:docMk/>
            <pc:sldMk cId="361663154" sldId="322"/>
            <ac:spMk id="14" creationId="{9D299DA7-D621-4329-3ECD-A0B360704E7D}"/>
          </ac:spMkLst>
        </pc:spChg>
        <pc:spChg chg="mod">
          <ac:chgData name="Michael Hill" userId="41dba03d-e58d-4389-9894-554c10310ba4" providerId="ADAL" clId="{EF23FE1D-A042-481E-AFD7-2A9FB0847F54}" dt="2026-08-14T20:37:08.209" v="8458" actId="20577"/>
          <ac:spMkLst>
            <pc:docMk/>
            <pc:sldMk cId="361663154" sldId="322"/>
            <ac:spMk id="16" creationId="{5245E91B-01BA-850A-5C5C-A72B91FD056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BB7C5-D028-538D-C84B-F4947CA6E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A18EE4-FBD3-518D-A533-5A7575B50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9B54-2C06-B521-B17D-DF069278D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DB6A-DE1A-8CD7-36E6-9513398D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F74D-F917-FC0E-8063-35DE9993D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95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8439-08F5-44E1-22C0-33087F52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AE85E-1669-EAA4-128D-A6725E334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B58B0-4DFA-6A9A-D1B4-BF96071D1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0893E-5088-E7E2-8009-A7FE84A3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1E31B-B430-476B-4710-0252DB87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3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F91E-1289-9CFB-7E71-94848C13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F334-0E85-5435-5C19-1CA99F7B3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AE98-80AE-D62A-E089-FE49DCBE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8E38B-44FF-557B-A276-58D60F4CB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1EAAD-B1C4-28ED-6E49-0D42DD72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52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71961-8DD9-78B4-A9EB-6E7BD852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4FB85-FD5C-5CEF-4167-5080192405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5358-0E94-76A9-9AF6-7219BE5FFB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9088F-396E-06B1-953B-F7A916C3E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F87B1-02C7-7241-3B21-39307FE4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79D4E-1341-8213-B0EA-47AE63A0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3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EC656-E3BB-087A-B7F4-B11F8C8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94DE0-F7D0-64AF-28E5-7B681CDA0F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E45B5-9ADF-F7A2-05F2-120A13B781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657BA5-1E45-32F5-A0AA-B7DF5473D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BDD5A8-A59D-08B9-C81D-4ACB127E0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369CEE-536B-48E8-7B72-F1115097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2A961E-4D7B-9D4F-8C48-91688C565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CE6ED0-E024-5291-9F42-982856D9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36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7624-BBE4-4F43-40BE-1C5DBB86F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D2DED-744A-331F-EB77-5ABCDB0E6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3ED02-FD63-DFD0-65D2-7872A7B2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50267F-DE78-6F66-2229-FB1D5B1AA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4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44833-3305-1116-E9F8-6C5A8378D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378047-5589-1EAF-5067-AD2EF9677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FE9F-3CAF-0634-2E48-4958A1A03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4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C86E-6E03-A7F6-C6A1-CDAA5F439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23AF1-9D57-2314-FA9D-80825CC5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22C80-BCC2-1F0C-1CD6-79899BC99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4490D-FAC8-13CF-211F-402F2A5AC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733B4-C215-03AA-BCF9-0EBAA8F07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D49F0-9737-DB9F-776D-A059B8F79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74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8913-6DB8-652E-3AE8-7E16FF760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1CDAF-03E1-DF12-A9B1-4FD15D85B9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B973D7-08B5-4E26-635F-62114CE4B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3F633-B42C-02E8-FBE9-A044D62B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AB502-E8A8-9093-8527-B61DE6F02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3A517D-0BB7-84CA-2B04-6D22F0A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64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7CDB-541D-DAB3-7030-558DA7187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6EE05-5077-E454-CADA-3C2248050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0635D-85D2-5EC9-9A79-37473989E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204C-6DA9-C91E-0CBF-6F7A79A1E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552A-D248-C906-CAB8-158CCB31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5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ED4DA-0C79-4922-B6CA-14EB15C603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BDFD1A-D787-85F1-F785-E1CCF23F9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549BA-E968-319C-D449-763DCC64A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D76C2-62F9-A98E-4B4E-3F8847C5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35182B-0D0E-6729-A659-0B21D17A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383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B70B0-69C1-BACF-E34C-11B8ABB05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6B4FB-0BB3-9404-1631-FB806D146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B363-0843-FCC4-75C3-4817B6FC1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BDEEA-63FC-4B53-82B2-BA556F03A49A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BD5FE-B811-5B93-5CF9-F7649D0E6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1E091-0FFD-BBDC-7AFB-7DC9119E8F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44BB0E-F10B-4C71-A8E6-97624117C0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39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DPImei6LvRw&amp;t=51s" TargetMode="External"/><Relationship Id="rId2" Type="http://schemas.openxmlformats.org/officeDocument/2006/relationships/hyperlink" Target="https://www.youtube.com/watch?v=AuoH0vz3Mqk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htmlcolorcodes.com/color-picker/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4BFF6B-CD7D-43AB-C049-4D6FC7CD133B}"/>
              </a:ext>
            </a:extLst>
          </p:cNvPr>
          <p:cNvCxnSpPr>
            <a:cxnSpLocks/>
          </p:cNvCxnSpPr>
          <p:nvPr/>
        </p:nvCxnSpPr>
        <p:spPr>
          <a:xfrm>
            <a:off x="5030730" y="4272579"/>
            <a:ext cx="2899265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3EE458-AB78-EACF-6DF0-D50A5EB70F8C}"/>
              </a:ext>
            </a:extLst>
          </p:cNvPr>
          <p:cNvCxnSpPr>
            <a:cxnSpLocks/>
          </p:cNvCxnSpPr>
          <p:nvPr/>
        </p:nvCxnSpPr>
        <p:spPr>
          <a:xfrm>
            <a:off x="3723623" y="746590"/>
            <a:ext cx="2943877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A04EC88-7086-2F59-99EF-DAF347BF7C5A}"/>
              </a:ext>
            </a:extLst>
          </p:cNvPr>
          <p:cNvCxnSpPr/>
          <p:nvPr/>
        </p:nvCxnSpPr>
        <p:spPr>
          <a:xfrm>
            <a:off x="1486446" y="665766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tar: 16 Points 4">
            <a:extLst>
              <a:ext uri="{FF2B5EF4-FFF2-40B4-BE49-F238E27FC236}">
                <a16:creationId xmlns:a16="http://schemas.microsoft.com/office/drawing/2014/main" id="{ADD58C41-DE5A-3F97-1073-80435EAC10E5}"/>
              </a:ext>
            </a:extLst>
          </p:cNvPr>
          <p:cNvSpPr/>
          <p:nvPr/>
        </p:nvSpPr>
        <p:spPr>
          <a:xfrm>
            <a:off x="237236" y="118746"/>
            <a:ext cx="1915160" cy="1915160"/>
          </a:xfrm>
          <a:prstGeom prst="star16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6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4711EC-5C02-3E0D-2684-97CA50D62B24}"/>
              </a:ext>
            </a:extLst>
          </p:cNvPr>
          <p:cNvSpPr txBox="1"/>
          <p:nvPr/>
        </p:nvSpPr>
        <p:spPr>
          <a:xfrm>
            <a:off x="597534" y="356526"/>
            <a:ext cx="1194562" cy="400110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230C0-C256-6203-A5F6-19223FE071E4}"/>
              </a:ext>
            </a:extLst>
          </p:cNvPr>
          <p:cNvSpPr txBox="1"/>
          <p:nvPr/>
        </p:nvSpPr>
        <p:spPr>
          <a:xfrm>
            <a:off x="572164" y="521583"/>
            <a:ext cx="1194562" cy="110799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9215A8-6C2C-22D9-03C2-41E38104D972}"/>
              </a:ext>
            </a:extLst>
          </p:cNvPr>
          <p:cNvSpPr/>
          <p:nvPr/>
        </p:nvSpPr>
        <p:spPr>
          <a:xfrm>
            <a:off x="3750894" y="865330"/>
            <a:ext cx="575209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COUNTING IN TWOS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BE531CC-A060-48E0-AD9D-FE42573EED82}"/>
              </a:ext>
            </a:extLst>
          </p:cNvPr>
          <p:cNvSpPr/>
          <p:nvPr/>
        </p:nvSpPr>
        <p:spPr>
          <a:xfrm>
            <a:off x="-101820" y="-220310"/>
            <a:ext cx="2593271" cy="2593271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5E4966-129D-0E9B-593A-7270EC6C0EA0}"/>
              </a:ext>
            </a:extLst>
          </p:cNvPr>
          <p:cNvSpPr/>
          <p:nvPr/>
        </p:nvSpPr>
        <p:spPr>
          <a:xfrm rot="21081993">
            <a:off x="3089443" y="359006"/>
            <a:ext cx="1268361" cy="6007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5715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DAY 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204734-3FD9-9A03-0700-AC2D2E083E4F}"/>
              </a:ext>
            </a:extLst>
          </p:cNvPr>
          <p:cNvSpPr/>
          <p:nvPr/>
        </p:nvSpPr>
        <p:spPr>
          <a:xfrm>
            <a:off x="526944" y="2588561"/>
            <a:ext cx="3929014" cy="39427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Warm Up Question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Why Two States?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Count to 31 on One Hand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Conversions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Fixed Width &amp; Overflow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OVERFLOW demo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Mechanic Bank</a:t>
            </a:r>
          </a:p>
        </p:txBody>
      </p:sp>
      <p:sp>
        <p:nvSpPr>
          <p:cNvPr id="17" name="Flowchart: Data 16">
            <a:extLst>
              <a:ext uri="{FF2B5EF4-FFF2-40B4-BE49-F238E27FC236}">
                <a16:creationId xmlns:a16="http://schemas.microsoft.com/office/drawing/2014/main" id="{76E17776-D541-80F3-BCFD-CA5A7CCC3A3F}"/>
              </a:ext>
            </a:extLst>
          </p:cNvPr>
          <p:cNvSpPr/>
          <p:nvPr/>
        </p:nvSpPr>
        <p:spPr>
          <a:xfrm>
            <a:off x="2914673" y="2288185"/>
            <a:ext cx="2301362" cy="600752"/>
          </a:xfrm>
          <a:prstGeom prst="flowChartInputOutput">
            <a:avLst/>
          </a:prstGeom>
          <a:solidFill>
            <a:schemeClr val="accent3">
              <a:lumMod val="50000"/>
            </a:schemeClr>
          </a:solidFill>
          <a:ln w="57150">
            <a:solidFill>
              <a:schemeClr val="accent3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AGENDA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6BB1E97-9746-97B6-FA11-641333A2EC2E}"/>
              </a:ext>
            </a:extLst>
          </p:cNvPr>
          <p:cNvSpPr/>
          <p:nvPr/>
        </p:nvSpPr>
        <p:spPr>
          <a:xfrm>
            <a:off x="5407742" y="2444654"/>
            <a:ext cx="6016298" cy="1713021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phones into </a:t>
            </a:r>
            <a:r>
              <a:rPr lang="en-US" sz="2800" b="1" i="1" dirty="0">
                <a:latin typeface="Chiller" panose="04020404031007020602" pitchFamily="82" charset="0"/>
              </a:rPr>
              <a:t>The </a:t>
            </a:r>
            <a:r>
              <a:rPr lang="en-US" sz="2800" b="1" i="1" u="sng" dirty="0">
                <a:latin typeface="Chiller" panose="04020404031007020602" pitchFamily="82" charset="0"/>
              </a:rPr>
              <a:t>Holding</a:t>
            </a:r>
            <a:r>
              <a:rPr lang="en-US" sz="2800" b="1" i="1" dirty="0">
                <a:latin typeface="Chiller" panose="04020404031007020602" pitchFamily="82" charset="0"/>
              </a:rPr>
              <a:t> Cell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Put your computers away, you won’t be needing them until the end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b="1" i="1" dirty="0">
              <a:latin typeface="Chiller" panose="04020404031007020602" pitchFamily="82" charset="0"/>
            </a:endParaRP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4D20C643-FE77-D5F1-944D-EFA6A4E18384}"/>
              </a:ext>
            </a:extLst>
          </p:cNvPr>
          <p:cNvSpPr/>
          <p:nvPr/>
        </p:nvSpPr>
        <p:spPr>
          <a:xfrm flipH="1">
            <a:off x="9835526" y="2157823"/>
            <a:ext cx="2155485" cy="765223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REMINDERS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2A3F4D-F474-B915-E173-B56E57D3CE69}"/>
              </a:ext>
            </a:extLst>
          </p:cNvPr>
          <p:cNvSpPr txBox="1"/>
          <p:nvPr/>
        </p:nvSpPr>
        <p:spPr>
          <a:xfrm>
            <a:off x="411769" y="1394526"/>
            <a:ext cx="1580232" cy="253916"/>
          </a:xfrm>
          <a:prstGeom prst="rect">
            <a:avLst/>
          </a:prstGeom>
          <a:noFill/>
          <a:ln w="571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GAMES OF LOGIC</a:t>
            </a:r>
          </a:p>
        </p:txBody>
      </p:sp>
    </p:spTree>
    <p:extLst>
      <p:ext uri="{BB962C8B-B14F-4D97-AF65-F5344CB8AC3E}">
        <p14:creationId xmlns:p14="http://schemas.microsoft.com/office/powerpoint/2010/main" val="33463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0A8574-0C6B-AB4E-CD2C-47CAC5712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A6F02B1-22B6-7842-7A3D-CC481F71CDFC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290330-5FBB-C88B-15EA-F7B851DCFD71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2EE19C-E83E-32B1-8789-1E058D1C3E6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779B201-CCCD-7A1E-E6AC-048C88CD713C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QUESTION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55A0244-1BC8-8E42-6B7D-82C4CF2062A7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Think of the most recent board game you’ve played outside of class. Identify its main mechanic and its theme.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DADCD7-C330-C1A2-A624-052033F9763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16BE3D8E-C7BB-7362-A0D6-950A156952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CB6C1001-AE08-8192-67C8-8C1E1CBE80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0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6110-C8C1-99D9-D15C-071DE0F1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D5DE1C6-FC23-C811-2BD8-7AE8C0BEC4FE}"/>
              </a:ext>
            </a:extLst>
          </p:cNvPr>
          <p:cNvSpPr/>
          <p:nvPr/>
        </p:nvSpPr>
        <p:spPr>
          <a:xfrm>
            <a:off x="8915057" y="217604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0D00C1-5561-157A-BB55-058968C04207}"/>
              </a:ext>
            </a:extLst>
          </p:cNvPr>
          <p:cNvCxnSpPr>
            <a:cxnSpLocks/>
          </p:cNvCxnSpPr>
          <p:nvPr/>
        </p:nvCxnSpPr>
        <p:spPr>
          <a:xfrm>
            <a:off x="3806312" y="1521556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E3466D-DF10-DB88-AE83-56815F24915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C8BAF31-3E57-DC1D-4C52-F16DBAABD0FB}"/>
              </a:ext>
            </a:extLst>
          </p:cNvPr>
          <p:cNvSpPr/>
          <p:nvPr/>
        </p:nvSpPr>
        <p:spPr>
          <a:xfrm>
            <a:off x="2483753" y="453766"/>
            <a:ext cx="7224493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THE WARM UP ANSWER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D78EC0-C434-6C9A-680F-50F331E55037}"/>
              </a:ext>
            </a:extLst>
          </p:cNvPr>
          <p:cNvSpPr/>
          <p:nvPr/>
        </p:nvSpPr>
        <p:spPr>
          <a:xfrm>
            <a:off x="533634" y="1723987"/>
            <a:ext cx="11124730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Name a board or card game you’ve played more than ten times. In one sentence, what kept you coming back. Was it the theme or the rules?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D3B0688-23FA-BDBD-F5B2-4990B365BD99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url_upload_6a7f3d9e572a4.gif [effects output image]">
            <a:extLst>
              <a:ext uri="{FF2B5EF4-FFF2-40B4-BE49-F238E27FC236}">
                <a16:creationId xmlns:a16="http://schemas.microsoft.com/office/drawing/2014/main" id="{1E461D0B-303F-6ACE-1384-ED41D99311D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483753" y="-2120321"/>
            <a:ext cx="4743450" cy="2667000"/>
          </a:xfrm>
          <a:prstGeom prst="rect">
            <a:avLst/>
          </a:prstGeom>
        </p:spPr>
      </p:pic>
      <p:pic>
        <p:nvPicPr>
          <p:cNvPr id="4" name="Picture 3" descr="url_upload_6a7f3d9e572a4.gif [effects output image]">
            <a:extLst>
              <a:ext uri="{FF2B5EF4-FFF2-40B4-BE49-F238E27FC236}">
                <a16:creationId xmlns:a16="http://schemas.microsoft.com/office/drawing/2014/main" id="{2725975B-4BA1-7B78-7132-9412FAC9F79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1253"/>
          <a:stretch>
            <a:fillRect/>
          </a:stretch>
        </p:blipFill>
        <p:spPr>
          <a:xfrm>
            <a:off x="6939927" y="-2120321"/>
            <a:ext cx="2786643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738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0E87D-7339-468E-617A-E37065EBF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E70646F-FDDA-AFD7-87CA-AA2B2EE79AF9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3F3B86-9532-F27C-BB66-2F52D5B34BA0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BA0DCCD-D7C5-9281-85D8-5BD61324700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55EE5B0-0EE8-926D-8BD8-C4AFB23699BC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TWO STATES?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1C4EE9-697D-2D83-7DCE-AAEE96BDDB97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Bit – Binary Digit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Bits are physical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They represent voltage – high or low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 switch, open or closed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Conceptually, bits represent on/off, True/False, or 1/0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 use two states because that system is cheap, fast, and hard to misread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It’s very easy to see if a light is on or off, but much harder to see which of 10 dimness settings the light is on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(Light demonstration)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2CF00D-EA45-F9FF-36EE-12D95E20EED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4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52889C-E5B5-1717-7E23-47880FFC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408FC7-F6D6-7856-E023-EF4A61A89AA2}"/>
              </a:ext>
            </a:extLst>
          </p:cNvPr>
          <p:cNvSpPr/>
          <p:nvPr/>
        </p:nvSpPr>
        <p:spPr>
          <a:xfrm>
            <a:off x="487332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AAEDE9-CE62-FEF2-A371-58F487CC69B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988133B-0EA5-F637-BA4C-7C897BE98F4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EAD11A3-E65B-184E-101F-02C18ED0F11F}"/>
              </a:ext>
            </a:extLst>
          </p:cNvPr>
          <p:cNvSpPr/>
          <p:nvPr/>
        </p:nvSpPr>
        <p:spPr>
          <a:xfrm>
            <a:off x="112344" y="93525"/>
            <a:ext cx="555416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WHY TWO STATES?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E1E60B-AA16-D4F0-03C3-4341864D8FA0}"/>
              </a:ext>
            </a:extLst>
          </p:cNvPr>
          <p:cNvSpPr/>
          <p:nvPr/>
        </p:nvSpPr>
        <p:spPr>
          <a:xfrm>
            <a:off x="526944" y="1695457"/>
            <a:ext cx="5139566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Before we had digital transistors to store bits, we stored them using these vacuum tubes that would light up when storing a 1, or be off when storing a 0!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CDC30E-C440-808F-7DEC-26552D93260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20LF6, Beam Power Pentode, Vacuum Tube | Amplified Parts">
            <a:extLst>
              <a:ext uri="{FF2B5EF4-FFF2-40B4-BE49-F238E27FC236}">
                <a16:creationId xmlns:a16="http://schemas.microsoft.com/office/drawing/2014/main" id="{160F01D8-6E8A-19AA-232E-83E64390BA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746" y="1127045"/>
            <a:ext cx="1460301" cy="406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6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2F5797-C5C2-F79D-9BB3-8E63820B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59C2527-AA75-DC6C-3DE0-58C7D385A4B6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6A84F1-9CA0-A5B5-365D-82E3E22375E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5EFFD4-2377-AE9C-65F7-9080778BC55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9A6632-69E5-184F-8128-055B31A220C4}"/>
              </a:ext>
            </a:extLst>
          </p:cNvPr>
          <p:cNvSpPr/>
          <p:nvPr/>
        </p:nvSpPr>
        <p:spPr>
          <a:xfrm>
            <a:off x="112344" y="93525"/>
            <a:ext cx="460189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PLACE VALUES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DBAE5-3EC0-E2CB-86CD-D349003647B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Let’s look at a numerical system we already understand, which is called decimal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2048 = (2 * 1000) + (0 * 100) + (4 * 10) + (8 * 1)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C9E651-E5AC-6C91-3213-4B43F6FE63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515768-612F-D746-DFF9-0127CFFA1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730903"/>
              </p:ext>
            </p:extLst>
          </p:nvPr>
        </p:nvGraphicFramePr>
        <p:xfrm>
          <a:off x="1971040" y="3748887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380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B1F4F1-FCFD-8236-4924-3456703B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BC2463E-2543-238A-9F70-2F5C6695FB0E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69431C8-B086-9BF2-6496-AF10FD735E0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486F86C-CEE2-D38A-832B-3E5F45FAE6FC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FA22C8F-F1A5-E4C8-4F83-85841961AE0D}"/>
              </a:ext>
            </a:extLst>
          </p:cNvPr>
          <p:cNvSpPr/>
          <p:nvPr/>
        </p:nvSpPr>
        <p:spPr>
          <a:xfrm>
            <a:off x="112344" y="93525"/>
            <a:ext cx="460189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PLACE VALUES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CAA43F-9E3C-958E-D8ED-F300E3DB311B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How do we determine each place value?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9F45CB2-32F6-D558-1B06-5C65597A7A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85D9150-4E32-E0EB-5168-A12FF83CD347}"/>
              </a:ext>
            </a:extLst>
          </p:cNvPr>
          <p:cNvGraphicFramePr>
            <a:graphicFrameLocks noGrp="1"/>
          </p:cNvGraphicFramePr>
          <p:nvPr/>
        </p:nvGraphicFramePr>
        <p:xfrm>
          <a:off x="1971040" y="3748887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030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83E6AA-274D-A469-D908-5ECA4A922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83376AB-24EE-3C8D-2BDC-9FA2065E1CE5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E648E3E-284A-AABB-8C71-3EE0562B0C8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AB8E5A3-492C-2D6D-FB5E-20CF02D20C2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4B81CEA-CA3D-857D-C980-1211305A282C}"/>
              </a:ext>
            </a:extLst>
          </p:cNvPr>
          <p:cNvSpPr/>
          <p:nvPr/>
        </p:nvSpPr>
        <p:spPr>
          <a:xfrm>
            <a:off x="112344" y="93525"/>
            <a:ext cx="460189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PLACE VALUES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2B4354-2236-E744-3DC8-8FE07E8ABF85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Each place value is 10</a:t>
            </a:r>
            <a:r>
              <a:rPr lang="en-US" baseline="30000" dirty="0"/>
              <a:t>n</a:t>
            </a:r>
            <a:r>
              <a:rPr lang="en-US" dirty="0"/>
              <a:t>, where n is the number of the digit from right to left, starting at 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8BA5B49-A527-7FE2-3D69-BF25F95AC26F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3871FB-7EC5-225E-0C9C-7A3058069483}"/>
              </a:ext>
            </a:extLst>
          </p:cNvPr>
          <p:cNvGraphicFramePr>
            <a:graphicFrameLocks noGrp="1"/>
          </p:cNvGraphicFramePr>
          <p:nvPr/>
        </p:nvGraphicFramePr>
        <p:xfrm>
          <a:off x="1971040" y="3748887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765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664ACC-6C7E-7FE8-5961-888D1B9C3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EC07C7D-7311-4935-88F6-A45E176C4EA2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EFBA803-E768-6128-4032-1FF07E8B295A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11D7ABF-78F5-DA8F-15CE-F4CF8C6F2C8E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07165-DC0F-8928-096B-192DAF2746ED}"/>
              </a:ext>
            </a:extLst>
          </p:cNvPr>
          <p:cNvSpPr/>
          <p:nvPr/>
        </p:nvSpPr>
        <p:spPr>
          <a:xfrm>
            <a:off x="112344" y="93525"/>
            <a:ext cx="460189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PLACE VALUES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1FFAA8-6FEF-CFDF-5366-57734695C8F4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So, if we had a system with 2 digits instead of 10, how would we calculate our place values?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28D0679-B9E1-802C-EE29-2493F1A028D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256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62A317-B6FA-61F5-7843-3A5CF6EF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40927B9-5D1B-9E27-6782-DE08B398DA51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3DC4D4-A735-2758-86CB-5BA6365B5008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397A312-CB2E-771B-DAB9-F0677E7DCE3F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1238B58-FB39-A219-16A2-D2E615E066CA}"/>
              </a:ext>
            </a:extLst>
          </p:cNvPr>
          <p:cNvSpPr/>
          <p:nvPr/>
        </p:nvSpPr>
        <p:spPr>
          <a:xfrm>
            <a:off x="112344" y="93525"/>
            <a:ext cx="460189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PLACE VALUES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D9E02E-E97D-6B02-9D37-EC946312FDEB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numbers are calculated with each place being 2</a:t>
            </a:r>
            <a:r>
              <a:rPr lang="en-US" baseline="30000" dirty="0"/>
              <a:t>n</a:t>
            </a:r>
            <a:r>
              <a:rPr lang="en-US" dirty="0"/>
              <a:t>, where n is the number of the digit from right to left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So, from the left you’ll see 1, 2, 4, 8, 16, 32, so on and so forth, compared to 1, 10, 100, 1000…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6B5560F-64D6-366E-F957-0AC7445F3C1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53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9EB20-E6C7-5661-529E-1281C2D54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2923A0-567D-1319-6B8E-BBDF1CE414FF}"/>
              </a:ext>
            </a:extLst>
          </p:cNvPr>
          <p:cNvSpPr/>
          <p:nvPr/>
        </p:nvSpPr>
        <p:spPr>
          <a:xfrm>
            <a:off x="5519553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F1D21F-8773-2E94-867D-2911A0C894A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BDF7A2-7D1B-6B15-E4C7-6A90FFAEBECC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BC0A8A-2039-3A92-40EC-F906F03E84B8}"/>
              </a:ext>
            </a:extLst>
          </p:cNvPr>
          <p:cNvSpPr/>
          <p:nvPr/>
        </p:nvSpPr>
        <p:spPr>
          <a:xfrm>
            <a:off x="112343" y="93525"/>
            <a:ext cx="620039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QUICK VOCABULARY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3F4FAA-80A1-7AAE-9FF8-DDA667EDB5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digit – bit – one digit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Nibble – sequence of four bits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Byte – sequence of 8 bits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Most Significant Bit – the leftmost bit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is most significant because it comprises the largest part of the completed number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Least Significant Bit – the rightmost bit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Least significant because it makes up the smallest part of the completed number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Determines if a number is even or odd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byte of 87 would be 01010111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4CFB42F-BA5D-C384-5470-9BE328509CB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06CA0EE-85A7-697A-65E5-F6F6CA448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0" y="4347209"/>
            <a:ext cx="3757507" cy="211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49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61BA0-58C3-C4B4-3DB6-3E956AC0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A2EC9FA-6B29-5C88-2E6D-205240E946A1}"/>
              </a:ext>
            </a:extLst>
          </p:cNvPr>
          <p:cNvSpPr/>
          <p:nvPr/>
        </p:nvSpPr>
        <p:spPr>
          <a:xfrm>
            <a:off x="709097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1947006-22AD-9260-56A9-7BF4D9EBFC89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E9B281-8CFC-1A9B-37EF-569A695ACCF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F172AE1-7573-EE34-C8D1-8FB9867C08CC}"/>
              </a:ext>
            </a:extLst>
          </p:cNvPr>
          <p:cNvSpPr/>
          <p:nvPr/>
        </p:nvSpPr>
        <p:spPr>
          <a:xfrm>
            <a:off x="112344" y="93525"/>
            <a:ext cx="77718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COUNT TO 31 ON ONE HAND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AEAF5-C0C8-343B-7651-020780CDFE49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Your thumb is the 1, your index is the 2, your middle is the 4, your ring is the 8, and your pinky is the 16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What’s the most significant bit?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What’s the least significant bit?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 the number 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 the number 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 the number 7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 the number 13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 the number 31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Display the number 30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How many bits are these numbers? 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770761-06EF-F4AA-DB00-C960A0CAFE3C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68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BBC93-5AC9-E290-ACBD-7420050E4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A87BFBC3-9827-C886-8837-BCC45CC623B4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44A41E-F104-65BA-FDF5-3469C32AB27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0B7E274-0B1E-BC9C-0E73-D1364781865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90A68F0-0A5B-A135-CB12-BAA1834BCE98}"/>
              </a:ext>
            </a:extLst>
          </p:cNvPr>
          <p:cNvSpPr/>
          <p:nvPr/>
        </p:nvSpPr>
        <p:spPr>
          <a:xfrm>
            <a:off x="112343" y="93525"/>
            <a:ext cx="586850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BINARY TO DECIMAL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53B0E5-E3F6-6BE1-6513-C2A3D52D7111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Cool, now let’s do a binary number setup instead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101101 = (32 * 1) + (16 * 0) + (8 * 1) + (4 * 1) + (2 * 0) + (1 * 1) = 45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Any questions or confusion?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3FDDB6E-6F06-0DDB-2910-B767EF9FE489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105F76-515A-36A2-AC18-A96329ABB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22010"/>
              </p:ext>
            </p:extLst>
          </p:nvPr>
        </p:nvGraphicFramePr>
        <p:xfrm>
          <a:off x="1639147" y="3748887"/>
          <a:ext cx="9144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120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516537045"/>
                    </a:ext>
                  </a:extLst>
                </a:gridCol>
                <a:gridCol w="1198880">
                  <a:extLst>
                    <a:ext uri="{9D8B030D-6E8A-4147-A177-3AD203B41FA5}">
                      <a16:colId xmlns:a16="http://schemas.microsoft.com/office/drawing/2014/main" val="2050659122"/>
                    </a:ext>
                  </a:extLst>
                </a:gridCol>
                <a:gridCol w="1093411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306286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2610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5C8287-C624-F8D9-7B8D-79C37458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5E72993-5F98-8A12-676A-EF5577185779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324FE59-1E06-DD34-E37C-C97E77464E1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9AA7DF-EC92-BF53-F01C-20F403131D35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EA023BB-F792-B1A9-E112-1727BBF879F4}"/>
              </a:ext>
            </a:extLst>
          </p:cNvPr>
          <p:cNvSpPr/>
          <p:nvPr/>
        </p:nvSpPr>
        <p:spPr>
          <a:xfrm>
            <a:off x="112343" y="93525"/>
            <a:ext cx="586850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BINARY TO DECIMAL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95D182-7A5E-0453-43D5-CE9E8636B0E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Now, let’s go the other way and convert the decimal number 77 to binary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What’s the largest 2</a:t>
            </a:r>
            <a:r>
              <a:rPr lang="en-US" baseline="30000" dirty="0"/>
              <a:t>n</a:t>
            </a:r>
            <a:r>
              <a:rPr lang="en-US" dirty="0"/>
              <a:t> number that will fit into 77?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9A51065-D95D-B0CC-B2FE-75C0A5230AC2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874281-7D42-615A-A82D-8EAF3604D2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937196"/>
              </p:ext>
            </p:extLst>
          </p:nvPr>
        </p:nvGraphicFramePr>
        <p:xfrm>
          <a:off x="1639147" y="3748887"/>
          <a:ext cx="914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8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341792917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2956549302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516537045"/>
                    </a:ext>
                  </a:extLst>
                </a:gridCol>
                <a:gridCol w="969154">
                  <a:extLst>
                    <a:ext uri="{9D8B030D-6E8A-4147-A177-3AD203B41FA5}">
                      <a16:colId xmlns:a16="http://schemas.microsoft.com/office/drawing/2014/main" val="2050659122"/>
                    </a:ext>
                  </a:extLst>
                </a:gridCol>
                <a:gridCol w="883895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218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5997A9-FEEC-3F08-B0BF-BAC5F6D8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758BF9E-01D9-D4BB-68B8-439A9F0E3585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0A4A2EF-F04D-D412-B56A-24F899AE99FC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3AE1F81-76DE-FA43-B3BE-423D068E191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99AAE33-D2D8-580B-96E0-7037872EE04C}"/>
              </a:ext>
            </a:extLst>
          </p:cNvPr>
          <p:cNvSpPr/>
          <p:nvPr/>
        </p:nvSpPr>
        <p:spPr>
          <a:xfrm>
            <a:off x="112343" y="93525"/>
            <a:ext cx="586850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BINARY TO DECIMAL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5B4849-2EE8-2B2A-9695-402C436F59B5}"/>
              </a:ext>
            </a:extLst>
          </p:cNvPr>
          <p:cNvSpPr/>
          <p:nvPr/>
        </p:nvSpPr>
        <p:spPr>
          <a:xfrm>
            <a:off x="537792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Yes, 64 is the largest, and that leaves us with a 1 in the 64 slot, and a remainder of 13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We’ll put a 1 in the 64 digit slot, and a 0 in anything before that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Then, what’s the next largest power that will fit inside of 13?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0E9DAF0-C290-0458-F3D0-B861B4677090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E013E6-740D-3222-66FA-2F50422BB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7643803"/>
              </p:ext>
            </p:extLst>
          </p:nvPr>
        </p:nvGraphicFramePr>
        <p:xfrm>
          <a:off x="1639147" y="3748887"/>
          <a:ext cx="914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8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341792917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2956549302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516537045"/>
                    </a:ext>
                  </a:extLst>
                </a:gridCol>
                <a:gridCol w="969154">
                  <a:extLst>
                    <a:ext uri="{9D8B030D-6E8A-4147-A177-3AD203B41FA5}">
                      <a16:colId xmlns:a16="http://schemas.microsoft.com/office/drawing/2014/main" val="2050659122"/>
                    </a:ext>
                  </a:extLst>
                </a:gridCol>
                <a:gridCol w="883895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341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C4C7E-AB98-0732-8970-1275CCD0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DCDF62B9-DBFD-0C10-E8AB-2F1C78DFA40A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B4447B-4059-971A-F73E-B199ECAA57E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BFFE678-F5FE-71B7-11D7-E886A3E7829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5220E01-10BF-586E-0762-E9DBEAA576B0}"/>
              </a:ext>
            </a:extLst>
          </p:cNvPr>
          <p:cNvSpPr/>
          <p:nvPr/>
        </p:nvSpPr>
        <p:spPr>
          <a:xfrm>
            <a:off x="112343" y="93525"/>
            <a:ext cx="586850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BINARY TO DECIMAL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871FC7-C6C9-32C3-0A2F-2987D86D992C}"/>
              </a:ext>
            </a:extLst>
          </p:cNvPr>
          <p:cNvSpPr/>
          <p:nvPr/>
        </p:nvSpPr>
        <p:spPr>
          <a:xfrm>
            <a:off x="537792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8 is the next largest 2</a:t>
            </a:r>
            <a:r>
              <a:rPr lang="en-US" baseline="30000" dirty="0"/>
              <a:t>n</a:t>
            </a:r>
            <a:r>
              <a:rPr lang="en-US" dirty="0"/>
              <a:t> number that will fit, so let’s put a 1 there, and zeroes in everything before it left blank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Our remainder is now 5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EE3ED9-7D82-1337-7D01-98EF952C936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ECEB55-4A52-20AD-FCEA-E790EA09C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008386"/>
              </p:ext>
            </p:extLst>
          </p:nvPr>
        </p:nvGraphicFramePr>
        <p:xfrm>
          <a:off x="1639147" y="3748887"/>
          <a:ext cx="914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8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341792917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2956549302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516537045"/>
                    </a:ext>
                  </a:extLst>
                </a:gridCol>
                <a:gridCol w="969154">
                  <a:extLst>
                    <a:ext uri="{9D8B030D-6E8A-4147-A177-3AD203B41FA5}">
                      <a16:colId xmlns:a16="http://schemas.microsoft.com/office/drawing/2014/main" val="2050659122"/>
                    </a:ext>
                  </a:extLst>
                </a:gridCol>
                <a:gridCol w="883895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73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4736C-1A71-56D7-F15D-C8B181EE3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8252BBE4-C078-08F8-B69B-3EA41BA1D3D5}"/>
              </a:ext>
            </a:extLst>
          </p:cNvPr>
          <p:cNvSpPr/>
          <p:nvPr/>
        </p:nvSpPr>
        <p:spPr>
          <a:xfrm>
            <a:off x="392105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FE0134C-DF70-90E7-694B-58970580317E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4BC7385-09D3-AE80-AC6A-289E297F376F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4523AA0-28FF-34DB-5268-F376D580DB8A}"/>
              </a:ext>
            </a:extLst>
          </p:cNvPr>
          <p:cNvSpPr/>
          <p:nvPr/>
        </p:nvSpPr>
        <p:spPr>
          <a:xfrm>
            <a:off x="112343" y="93525"/>
            <a:ext cx="586850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BINARY TO DECIMAL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A29477-BB9E-E7A7-F35A-60C6C5585AD9}"/>
              </a:ext>
            </a:extLst>
          </p:cNvPr>
          <p:cNvSpPr/>
          <p:nvPr/>
        </p:nvSpPr>
        <p:spPr>
          <a:xfrm>
            <a:off x="537792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process repeats, leaving us to see that 4 goes into 5, leaving a remainder of 1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 goes into 1, leaving a remainder of 0, and a 0 in the 2 place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Then, we can fact check by adding 64 + 8 + 4 + 1 to see if those values are correct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0BCFC92-E162-C71A-0056-B240F9676F7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4B1A95-DD15-55AA-83AD-23D2B448E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756529"/>
              </p:ext>
            </p:extLst>
          </p:nvPr>
        </p:nvGraphicFramePr>
        <p:xfrm>
          <a:off x="1639147" y="3748887"/>
          <a:ext cx="9144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4798">
                  <a:extLst>
                    <a:ext uri="{9D8B030D-6E8A-4147-A177-3AD203B41FA5}">
                      <a16:colId xmlns:a16="http://schemas.microsoft.com/office/drawing/2014/main" val="148977639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3417929175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2956549302"/>
                    </a:ext>
                  </a:extLst>
                </a:gridCol>
                <a:gridCol w="876071">
                  <a:extLst>
                    <a:ext uri="{9D8B030D-6E8A-4147-A177-3AD203B41FA5}">
                      <a16:colId xmlns:a16="http://schemas.microsoft.com/office/drawing/2014/main" val="516537045"/>
                    </a:ext>
                  </a:extLst>
                </a:gridCol>
                <a:gridCol w="969154">
                  <a:extLst>
                    <a:ext uri="{9D8B030D-6E8A-4147-A177-3AD203B41FA5}">
                      <a16:colId xmlns:a16="http://schemas.microsoft.com/office/drawing/2014/main" val="2050659122"/>
                    </a:ext>
                  </a:extLst>
                </a:gridCol>
                <a:gridCol w="883895">
                  <a:extLst>
                    <a:ext uri="{9D8B030D-6E8A-4147-A177-3AD203B41FA5}">
                      <a16:colId xmlns:a16="http://schemas.microsoft.com/office/drawing/2014/main" val="3199632740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3786780572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2909632426"/>
                    </a:ext>
                  </a:extLst>
                </a:gridCol>
                <a:gridCol w="1055980">
                  <a:extLst>
                    <a:ext uri="{9D8B030D-6E8A-4147-A177-3AD203B41FA5}">
                      <a16:colId xmlns:a16="http://schemas.microsoft.com/office/drawing/2014/main" val="4558359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Place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69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Digit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791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894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437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A0BFEC-BF1F-BB29-8031-7D2374306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1CD9131-85E1-F2B6-6BA2-36BF33B63B6D}"/>
              </a:ext>
            </a:extLst>
          </p:cNvPr>
          <p:cNvSpPr/>
          <p:nvPr/>
        </p:nvSpPr>
        <p:spPr>
          <a:xfrm>
            <a:off x="3514647" y="-236116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DEE014-6452-CCA6-3BE6-69E931D57665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9834C2-0B75-E31A-5CB5-08183D7C9D7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0788A38-A444-36A6-7D69-ED0A21352ED6}"/>
              </a:ext>
            </a:extLst>
          </p:cNvPr>
          <p:cNvSpPr/>
          <p:nvPr/>
        </p:nvSpPr>
        <p:spPr>
          <a:xfrm>
            <a:off x="112344" y="93525"/>
            <a:ext cx="4242910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QUICK MATHS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588378-31CB-7518-E4ED-703083233012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Convert the following numbers: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Binary to Decimal: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1110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10101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11111111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Decimal to Binary: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6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23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200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6766F4E-CAEE-63A8-0196-9381FFC2A9D6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291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32E628-E1B2-8B78-566F-D91F7937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C1D1EE2-7173-C1ED-78B3-B7B0D78B3F5D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EEE18F-32C2-01AA-CAB1-85D64E08ED0B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793B97-43E1-B480-1264-C9FF20681E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618C01C-80A1-AC3B-A909-471A11C86B0F}"/>
              </a:ext>
            </a:extLst>
          </p:cNvPr>
          <p:cNvSpPr/>
          <p:nvPr/>
        </p:nvSpPr>
        <p:spPr>
          <a:xfrm>
            <a:off x="112344" y="93525"/>
            <a:ext cx="630877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BIG CAN IT GET?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4F567A-E19C-74A7-B049-CF176EB9CF8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How large can a 4 bit number be?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How about an 8 bit number?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75202F6-37E7-9E3F-2D8F-24D9DFCC8C1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265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EBC8F0-9C3C-9DC2-0722-90A7C2FC1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DA84DE4-CDD8-8382-69DF-DAF2FC378534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D690F80-6FD4-DBB1-341C-C84EC978FA8C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C112F18-19C8-3C20-00E2-EB9B9AEC0CB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DD160-49CC-02AE-22D8-F4E1B7996AAA}"/>
              </a:ext>
            </a:extLst>
          </p:cNvPr>
          <p:cNvSpPr/>
          <p:nvPr/>
        </p:nvSpPr>
        <p:spPr>
          <a:xfrm>
            <a:off x="112344" y="93525"/>
            <a:ext cx="630877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BIG CAN IT GET?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DE0666-1586-CB66-6FE3-442ECA044984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If we do this for every number, we see the largest possible value a binary number can represent is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2</a:t>
            </a:r>
            <a:r>
              <a:rPr lang="en-US" baseline="30000" dirty="0"/>
              <a:t>n</a:t>
            </a:r>
            <a:r>
              <a:rPr lang="en-US" dirty="0"/>
              <a:t> – 1, where n is the number of binary digits possible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2F749E6-C174-9EAC-2803-27AD86ECF0A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136A7D-E9BC-0E6C-2DB5-2697AC97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A64AFC8-7E29-131D-206E-90C1CE3A5807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31E24A-6943-F522-AE98-7FCAD55C9674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30E8B0F-F699-7051-DAEF-92D16A7A9EA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78DB675-7E7D-DE45-CB8D-B83CD150C28B}"/>
              </a:ext>
            </a:extLst>
          </p:cNvPr>
          <p:cNvSpPr/>
          <p:nvPr/>
        </p:nvSpPr>
        <p:spPr>
          <a:xfrm>
            <a:off x="112344" y="93525"/>
            <a:ext cx="630877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BIG CAN IT GET?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D8E78E-6B50-CCA4-DCF4-91965B2D600B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So, what happens if I try to add 1 to 11111111?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There isn’t a place for it to go to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Any ideas?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43D08F5-51C7-EA7D-55CF-8B232AC520A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44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3DAD3-7787-575C-0B27-A538941A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01CFDDA-BC03-F8C9-0030-96A2D3B172E0}"/>
              </a:ext>
            </a:extLst>
          </p:cNvPr>
          <p:cNvSpPr/>
          <p:nvPr/>
        </p:nvSpPr>
        <p:spPr>
          <a:xfrm>
            <a:off x="562793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E711B4-A5E5-D530-310B-2067D5794C3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F64291-900C-A726-0188-40BFA2AA71BF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60058957-04AB-EB4D-CE6D-012ADA3DF4D7}"/>
              </a:ext>
            </a:extLst>
          </p:cNvPr>
          <p:cNvSpPr/>
          <p:nvPr/>
        </p:nvSpPr>
        <p:spPr>
          <a:xfrm>
            <a:off x="112344" y="93525"/>
            <a:ext cx="630877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HOW BIG CAN IT GET?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4C84A8-4FD0-F04D-05FF-52D19A6EC2DB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Unless we have a system that can make larger bit numbers, an overflow occurs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number wraps back around to 00000000 instead of increasing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If a 9</a:t>
            </a:r>
            <a:r>
              <a:rPr lang="en-US" baseline="30000" dirty="0"/>
              <a:t>th</a:t>
            </a:r>
            <a:r>
              <a:rPr lang="en-US" dirty="0"/>
              <a:t> bit was added, the number would be 100000000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 the bits at the end are just the 8 smallest bits of this number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C11B1-FD7A-2DFF-348A-C286B732A6BE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829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F4D3C3-D62C-FD16-59C6-A3A277FC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23A6588-ED3E-E03A-2975-4C2A7DDAB49C}"/>
              </a:ext>
            </a:extLst>
          </p:cNvPr>
          <p:cNvSpPr/>
          <p:nvPr/>
        </p:nvSpPr>
        <p:spPr>
          <a:xfrm>
            <a:off x="874366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F2E4A29-179A-F321-DDF2-FEA807617096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918715-B263-765B-98D6-A4B715A610B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635CFB-3686-F700-FDCA-94684897AC92}"/>
              </a:ext>
            </a:extLst>
          </p:cNvPr>
          <p:cNvSpPr/>
          <p:nvPr/>
        </p:nvSpPr>
        <p:spPr>
          <a:xfrm>
            <a:off x="112343" y="93525"/>
            <a:ext cx="942450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REAL EXAMPLES OF OVERFLOW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D24C59-A61D-C551-F880-B65ADD7168EA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Pac-Man - Perfect Game 3,333,360</a:t>
            </a:r>
            <a:r>
              <a:rPr lang="en-US" dirty="0"/>
              <a:t> – timestamp 5:20:00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(73) 15 Arcade Kill Screens – YouTube</a:t>
            </a:r>
            <a:r>
              <a:rPr lang="en-US" dirty="0"/>
              <a:t> – timestamp 0:40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BA8D56-870F-FA44-A4DC-5BBF186AB96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038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89B87-BC07-15A9-826F-0EC593CB1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DD300F53-0635-E3E1-94A7-92B3CBA5DDFA}"/>
              </a:ext>
            </a:extLst>
          </p:cNvPr>
          <p:cNvSpPr/>
          <p:nvPr/>
        </p:nvSpPr>
        <p:spPr>
          <a:xfrm>
            <a:off x="874366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3052DD-77B4-7A24-48E6-41497152B3F7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78EEBC-3CE7-965F-1128-2E6A7FF25C01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A1CE2-B87F-65C9-1C34-CCF2FB558135}"/>
              </a:ext>
            </a:extLst>
          </p:cNvPr>
          <p:cNvSpPr/>
          <p:nvPr/>
        </p:nvSpPr>
        <p:spPr>
          <a:xfrm>
            <a:off x="112343" y="93525"/>
            <a:ext cx="942450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REAL EXAMPLES OF OVERFLOW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159A13-1344-2129-CF5E-4D6C8F6C830F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these instances, the size of an 8-bit number is 255, so getting to stage 256 overflows the value to 0, a value that the game doesn’t understand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will often glitch out, or create an unplayable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60A7F82-E2B9-D223-4EFF-B3B15073359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624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C2BD8-F6E0-500D-FCA6-3BD03665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34C371A9-12F2-91FE-F8E2-0C25EE720671}"/>
              </a:ext>
            </a:extLst>
          </p:cNvPr>
          <p:cNvSpPr/>
          <p:nvPr/>
        </p:nvSpPr>
        <p:spPr>
          <a:xfrm>
            <a:off x="874366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3CFBA8-55EA-F2F8-DC2F-87F304DF8943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CD256B-8946-C68C-668F-5BFAD69A4887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C59DE03-6D86-FF55-396B-BA4D1A5B35E4}"/>
              </a:ext>
            </a:extLst>
          </p:cNvPr>
          <p:cNvSpPr/>
          <p:nvPr/>
        </p:nvSpPr>
        <p:spPr>
          <a:xfrm>
            <a:off x="112343" y="93525"/>
            <a:ext cx="942450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REAL EXAMPLES OF OVERFLOW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BFBA1D-04E5-1D1B-02D7-ABE76CE3CEA8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Has anybody played a Civilization game before?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10E8EA6-FB3A-3494-588D-1AB41F59646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Sid Meier’s Civilization VI Gameplay (PC HD) [1080p60FPS] - YouTube">
            <a:extLst>
              <a:ext uri="{FF2B5EF4-FFF2-40B4-BE49-F238E27FC236}">
                <a16:creationId xmlns:a16="http://schemas.microsoft.com/office/drawing/2014/main" id="{1D5E3A66-1CA8-E654-1485-B1935CB8C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959" y="2369925"/>
            <a:ext cx="6741161" cy="379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721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0FC43E-57DB-6C99-0248-FDD9DCEE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BF5FCE7-62F5-03EF-0309-7DAC5760545B}"/>
              </a:ext>
            </a:extLst>
          </p:cNvPr>
          <p:cNvSpPr/>
          <p:nvPr/>
        </p:nvSpPr>
        <p:spPr>
          <a:xfrm>
            <a:off x="8743661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8BB0203-F030-270A-B2E8-E41AD4BA5AA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D1F622E-99D7-FEE6-73FF-43B1864D7048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D6D8BD1-240A-4BD7-80EF-2604F732A39A}"/>
              </a:ext>
            </a:extLst>
          </p:cNvPr>
          <p:cNvSpPr/>
          <p:nvPr/>
        </p:nvSpPr>
        <p:spPr>
          <a:xfrm>
            <a:off x="112343" y="93525"/>
            <a:ext cx="942450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REAL EXAMPLES OF OVERFLOW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C4043F-884A-2AB6-383C-EAC9A1D0FC2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In Civilization 1, there’s a rumor that Gandhi’s behavior of using nuclear weapons was an integer underflow glitch with the game’s aggression value, but this is now debunked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why he using nukes then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B6E7AB9-BE90-10FB-5752-3D65A352254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F525627-9BB5-BF08-5D5D-1CCBFA3EA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57" y="2555028"/>
            <a:ext cx="6511643" cy="365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03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4EC06-7861-5ED0-CAFE-93734C90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C101F23-D013-554A-83D2-840C7F16CDBD}"/>
              </a:ext>
            </a:extLst>
          </p:cNvPr>
          <p:cNvSpPr/>
          <p:nvPr/>
        </p:nvSpPr>
        <p:spPr>
          <a:xfrm>
            <a:off x="8085608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A54045-AAD3-CCE7-1205-DD6146592241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D827E37-7506-4DD1-98A4-F3A4257C9F18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8F7F4D8-F3A1-BFD4-762A-9D5D52733E1A}"/>
              </a:ext>
            </a:extLst>
          </p:cNvPr>
          <p:cNvSpPr/>
          <p:nvPr/>
        </p:nvSpPr>
        <p:spPr>
          <a:xfrm>
            <a:off x="112344" y="93525"/>
            <a:ext cx="8760724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HEXADECIMAL: THE PROBLEM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9B61E5-3CD4-16EC-BF3D-B3CD867C431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11111111 – this value is 255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It is correct, but very difficult to read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Takes up a lot of space, lots of repeating 1s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 need something shorter that still represents the bits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37E1A52-2651-B4D9-45CF-A660067AB41A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714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FF31F-025E-2EAB-95ED-D9ABACDFC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5A6B999-A497-F759-F984-61321DADC430}"/>
              </a:ext>
            </a:extLst>
          </p:cNvPr>
          <p:cNvSpPr/>
          <p:nvPr/>
        </p:nvSpPr>
        <p:spPr>
          <a:xfrm>
            <a:off x="634590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730E24A-6AC0-ADE9-B313-AD5526EBCDCA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6AB654-1022-C3DD-56C8-817DEE873150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4CA33A9-EC6B-B6B4-11E2-538432AC71FE}"/>
              </a:ext>
            </a:extLst>
          </p:cNvPr>
          <p:cNvSpPr/>
          <p:nvPr/>
        </p:nvSpPr>
        <p:spPr>
          <a:xfrm>
            <a:off x="112344" y="93525"/>
            <a:ext cx="702674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HEXADECIMAL: BASE 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358032-CC4C-8E77-D6A2-368135B14C33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Enter hexadecimal: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If binary is base 2, and decimal is base 10, hexadecimal is base 16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But if it’s base 16, and we only have 10 digits, how do we do this?!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Hexadecimal digits: 0, 1, 2, 3, 4, 5, 6, 7, 8, 9, A, B, C, D, E, F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See! 16 “Digits”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value of n makes 2</a:t>
            </a:r>
            <a:r>
              <a:rPr lang="en-US" baseline="30000" dirty="0"/>
              <a:t>n </a:t>
            </a:r>
            <a:r>
              <a:rPr lang="en-US" dirty="0"/>
              <a:t>= 16?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9CF830-72E4-4562-7822-0F54A87A4C33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08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DD6084-D906-CDE8-EA3E-A6C1E2959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C424DFE7-6FCD-2500-6205-D447436043EF}"/>
              </a:ext>
            </a:extLst>
          </p:cNvPr>
          <p:cNvSpPr/>
          <p:nvPr/>
        </p:nvSpPr>
        <p:spPr>
          <a:xfrm>
            <a:off x="634590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0EF72F4-372D-825E-F74E-95FA49FE0C1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84E60A-F935-434B-C0F6-46EA3D13A35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9EE7E7A-3ED7-A73F-43A7-9752DC9A9FB4}"/>
              </a:ext>
            </a:extLst>
          </p:cNvPr>
          <p:cNvSpPr/>
          <p:nvPr/>
        </p:nvSpPr>
        <p:spPr>
          <a:xfrm>
            <a:off x="112344" y="93525"/>
            <a:ext cx="702674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HEXADECIMAL: BASE 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56C373-23FC-1D8C-3D5D-2CF3BAEDC528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means that one hex digit directly maps to 4 bits – one nibble of data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So, 11111111 = 255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 break this down into two sets of 4: 1111 and 1111, both 15</a:t>
            </a:r>
          </a:p>
          <a:p>
            <a:pPr marL="1200150" lvl="2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15 corresponds to F</a:t>
            </a:r>
          </a:p>
          <a:p>
            <a:pPr marL="1657350" lvl="3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So, in hexadecimal, 11111111 = 255 = FF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668EFF9-0EE8-8F60-BF94-99AF33FAC4E6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52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95D667-41F8-BCA9-F151-EE076EC86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42F66B9-BA83-DCAA-6D62-815F58A51D2B}"/>
              </a:ext>
            </a:extLst>
          </p:cNvPr>
          <p:cNvSpPr/>
          <p:nvPr/>
        </p:nvSpPr>
        <p:spPr>
          <a:xfrm>
            <a:off x="6345904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E5F5BA-F9C6-9857-CFFF-D7292E76862C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7F45F12-AD85-05A7-1159-689D47795C59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800DFE5-6D05-3C05-D594-7AA238DD1634}"/>
              </a:ext>
            </a:extLst>
          </p:cNvPr>
          <p:cNvSpPr/>
          <p:nvPr/>
        </p:nvSpPr>
        <p:spPr>
          <a:xfrm>
            <a:off x="112344" y="93525"/>
            <a:ext cx="7026749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HEXADECIMAL: BASE 16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66CF9B-0EB5-6758-F50D-FC95C7899E0F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Convert 10110101 to decimal and hexadecimal (</a:t>
            </a:r>
            <a:r>
              <a:rPr lang="en-US" dirty="0" err="1"/>
              <a:t>a.k.a</a:t>
            </a:r>
            <a:r>
              <a:rPr lang="en-US" dirty="0"/>
              <a:t> hex)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Convert 00001111 to decimal and hex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1945E81-59F9-A74A-B147-1DA56461998D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74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3A4BB6-D83F-BD67-5233-790977E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AED3A72-7CAB-C802-4A6D-A74DE95E9DDC}"/>
              </a:ext>
            </a:extLst>
          </p:cNvPr>
          <p:cNvSpPr/>
          <p:nvPr/>
        </p:nvSpPr>
        <p:spPr>
          <a:xfrm>
            <a:off x="713909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A3013F3-06F2-703F-BAC9-7DFC46822277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B00391C-A6A6-973F-D391-63A3FE36BE4B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121CA-D85C-4B30-AECF-DF36C3072E89}"/>
              </a:ext>
            </a:extLst>
          </p:cNvPr>
          <p:cNvSpPr/>
          <p:nvPr/>
        </p:nvSpPr>
        <p:spPr>
          <a:xfrm>
            <a:off x="112344" y="93525"/>
            <a:ext cx="781993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YOU’VE SEEN THIS BEFORE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E82A5E-BF06-CE9B-5673-05D8F98B8685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 can guarantee that each of you have seen hexadecimal before – anyone want to guess how?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8AB76C-0B59-205A-8C07-7BE12B020AE3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58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F158C-5929-1C67-6637-3F06F14E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D952172-8616-AC93-F8F6-CD350B73DD48}"/>
              </a:ext>
            </a:extLst>
          </p:cNvPr>
          <p:cNvSpPr/>
          <p:nvPr/>
        </p:nvSpPr>
        <p:spPr>
          <a:xfrm>
            <a:off x="713909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961F210-F076-6695-6D3E-72FF58E42A75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335E26A-C4C1-F383-BF48-14E09E4D4FE3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A947C9D-2610-6D45-9150-7722E1F12377}"/>
              </a:ext>
            </a:extLst>
          </p:cNvPr>
          <p:cNvSpPr/>
          <p:nvPr/>
        </p:nvSpPr>
        <p:spPr>
          <a:xfrm>
            <a:off x="112344" y="93525"/>
            <a:ext cx="781993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YOU’VE SEEN THIS BEFORE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485B22-AA46-DAC5-862F-844B1FAEFC9A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#FF0000 – the color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is three bytes, the first byte represents red, the next byte being green, and the third byte being blue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So, what would this color be?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Color Picker – HTML Color Codes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88675B-F427-0AAA-1CAA-A173BC3264B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51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2E96D-5EB9-F313-871C-194D846D6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56F3F7F-C514-F5DE-3901-9E3F3D9084BD}"/>
              </a:ext>
            </a:extLst>
          </p:cNvPr>
          <p:cNvSpPr/>
          <p:nvPr/>
        </p:nvSpPr>
        <p:spPr>
          <a:xfrm>
            <a:off x="713909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5B2D023-5C24-0FBB-CF81-1759BCB7E70F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7BD134E-0B50-6D54-6B9C-27C1D71C0E86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C8748-4209-7145-2754-AE2360CAC8A1}"/>
              </a:ext>
            </a:extLst>
          </p:cNvPr>
          <p:cNvSpPr/>
          <p:nvPr/>
        </p:nvSpPr>
        <p:spPr>
          <a:xfrm>
            <a:off x="112344" y="93525"/>
            <a:ext cx="781993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YOU’VE SEEN THIS BEFORE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389C1C-7B00-1B01-6E11-BB5F9688E6DF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Give me the hex color code for purple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Then, give me the hex color code for white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What about black?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637C1CC-B0D4-0028-C0EC-91295DA909D1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05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CC6961-ABD0-79E1-0FFD-05F0391E8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9B109E7-FDB1-8546-0EB0-B5950F8F4A45}"/>
              </a:ext>
            </a:extLst>
          </p:cNvPr>
          <p:cNvSpPr/>
          <p:nvPr/>
        </p:nvSpPr>
        <p:spPr>
          <a:xfrm>
            <a:off x="475417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9E466BF-AD5C-BC1E-6DD4-77B5D9A5CD52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1EA6E2D-E850-1428-FCC5-0A2AEC96ABDD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9912C0E-9A9D-1B89-BA5D-76562D49B91B}"/>
              </a:ext>
            </a:extLst>
          </p:cNvPr>
          <p:cNvSpPr/>
          <p:nvPr/>
        </p:nvSpPr>
        <p:spPr>
          <a:xfrm>
            <a:off x="112345" y="93525"/>
            <a:ext cx="5435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DEMO: OVERFLOW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D56963-FE4C-E611-C30F-3EC68AE65F62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Let’s have you guys try out my W.I.P. game based on this concept: Overflow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is a rough prototype: tell me what’s wrong or what I need to improve it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B0980B0-A9B5-8717-516A-09366FF85A45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402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F083C6-A842-B313-F00C-9CBE64616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E978ECB-443C-9183-0809-F4ACCD056396}"/>
              </a:ext>
            </a:extLst>
          </p:cNvPr>
          <p:cNvSpPr/>
          <p:nvPr/>
        </p:nvSpPr>
        <p:spPr>
          <a:xfrm>
            <a:off x="475417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9D7290-DD58-A458-48AA-404C019BC16A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859BBAD-3DD9-1B2D-3A18-BC762AA9BEFC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6DF72F0-CEAC-AFE1-4116-7C1A4E451699}"/>
              </a:ext>
            </a:extLst>
          </p:cNvPr>
          <p:cNvSpPr/>
          <p:nvPr/>
        </p:nvSpPr>
        <p:spPr>
          <a:xfrm>
            <a:off x="112345" y="93525"/>
            <a:ext cx="5435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DEMO: OVERFLOW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975C38-7A31-CA28-94AA-5C9322CE431F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This game’s mechanic is inherently tied to the computer science binary concept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If you remove the ceiling of 31, it’s just addition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bit width adds tension, and isn’t arbitrary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Because there is chance of a player drawing a perfect 31, there’s a different distribution than in typical Blackjack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D14989-0441-5711-85CD-BB64651C7B34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79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4A7978-B87F-BE94-5E1E-D7C1EA43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6A5ED4A-0430-B177-A15A-291F139BABF1}"/>
              </a:ext>
            </a:extLst>
          </p:cNvPr>
          <p:cNvSpPr/>
          <p:nvPr/>
        </p:nvSpPr>
        <p:spPr>
          <a:xfrm>
            <a:off x="4754172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EE7A2D-D867-8826-191E-57F08C328BE0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11C5CA0-CAD1-0B64-7D9E-16BA2501E79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0118B-800E-0ABF-F00D-F63DDFF16B46}"/>
              </a:ext>
            </a:extLst>
          </p:cNvPr>
          <p:cNvSpPr/>
          <p:nvPr/>
        </p:nvSpPr>
        <p:spPr>
          <a:xfrm>
            <a:off x="112345" y="93525"/>
            <a:ext cx="5435016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MECHANIC BANK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5E36A7-A71A-5068-1AE6-A0FE8E5C8B79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Create a Google Doc called ‘Mechanic Bank’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Log two mechanics for games that could be based on topics from this lesson – in any way you can manifest them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Recall what a mechanic is and isn’t: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Not a mechanic: players collect cards worth 1, 2, 4, 8 – these are just components that could be reskinned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Mechanic: players push their card total as high as they can, but overflowing busts your hand, wrapping you to 0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B894409-BB11-7749-8C79-AF832A61BD2B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0449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39FBD-0FD5-5DB2-B3BC-4CB433EC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D299DA7-D621-4329-3ECD-A0B360704E7D}"/>
              </a:ext>
            </a:extLst>
          </p:cNvPr>
          <p:cNvSpPr/>
          <p:nvPr/>
        </p:nvSpPr>
        <p:spPr>
          <a:xfrm>
            <a:off x="2976150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432DC13-8D10-0EC9-CD39-F787E777D76F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0787B3-DE0F-6910-5C2C-58BA6522F652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C70122B-97C0-A90D-82D6-02660BA26E22}"/>
              </a:ext>
            </a:extLst>
          </p:cNvPr>
          <p:cNvSpPr/>
          <p:nvPr/>
        </p:nvSpPr>
        <p:spPr>
          <a:xfrm>
            <a:off x="112345" y="93525"/>
            <a:ext cx="3664127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LAB GRADE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5E91B-01BA-850A-5C5C-A72B91FD0560}"/>
              </a:ext>
            </a:extLst>
          </p:cNvPr>
          <p:cNvSpPr/>
          <p:nvPr/>
        </p:nvSpPr>
        <p:spPr>
          <a:xfrm>
            <a:off x="526943" y="1695457"/>
            <a:ext cx="11116415" cy="48358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Your lab for today, which will be your homework if you don’t have time to finish it, is ICA 1-2 – Number Conversions Lab, you can find it on the GitHub!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FBAC2ED-FE1D-1579-C071-CBA329A0DB67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66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3D3EC-F3D8-440A-76E3-176034D3F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A46B6E8-7BF1-07BD-CC9E-D6953369855D}"/>
              </a:ext>
            </a:extLst>
          </p:cNvPr>
          <p:cNvSpPr/>
          <p:nvPr/>
        </p:nvSpPr>
        <p:spPr>
          <a:xfrm>
            <a:off x="2245287" y="-243893"/>
            <a:ext cx="1586378" cy="1586378"/>
          </a:xfrm>
          <a:prstGeom prst="ellipse">
            <a:avLst/>
          </a:prstGeom>
          <a:noFill/>
          <a:ln w="57150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C4A8E9-4341-B208-8574-54D66D0A301D}"/>
              </a:ext>
            </a:extLst>
          </p:cNvPr>
          <p:cNvCxnSpPr>
            <a:cxnSpLocks/>
          </p:cNvCxnSpPr>
          <p:nvPr/>
        </p:nvCxnSpPr>
        <p:spPr>
          <a:xfrm>
            <a:off x="-363907" y="1175192"/>
            <a:ext cx="2926132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588D67C-F270-45A7-9B59-8947A6DA657A}"/>
              </a:ext>
            </a:extLst>
          </p:cNvPr>
          <p:cNvCxnSpPr/>
          <p:nvPr/>
        </p:nvCxnSpPr>
        <p:spPr>
          <a:xfrm>
            <a:off x="8630196" y="6714818"/>
            <a:ext cx="3805083" cy="0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2DDB0A71-1272-7695-7D8A-EC48D60C9846}"/>
              </a:ext>
            </a:extLst>
          </p:cNvPr>
          <p:cNvSpPr/>
          <p:nvPr/>
        </p:nvSpPr>
        <p:spPr>
          <a:xfrm>
            <a:off x="112344" y="93525"/>
            <a:ext cx="2926132" cy="91154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/>
              <a:t>CLOSING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4F697E-CC3A-4D1B-EEB8-3FE175CEC83D}"/>
              </a:ext>
            </a:extLst>
          </p:cNvPr>
          <p:cNvSpPr/>
          <p:nvPr/>
        </p:nvSpPr>
        <p:spPr>
          <a:xfrm>
            <a:off x="526944" y="1695457"/>
            <a:ext cx="10889199" cy="468705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Next time: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We can now write any number a machine may hold. Turns out that text, images, and sound are all numbers too…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A685B-5B4C-2C77-9A3B-71C4D1E068E8}"/>
              </a:ext>
            </a:extLst>
          </p:cNvPr>
          <p:cNvCxnSpPr>
            <a:cxnSpLocks/>
          </p:cNvCxnSpPr>
          <p:nvPr/>
        </p:nvCxnSpPr>
        <p:spPr>
          <a:xfrm>
            <a:off x="12057283" y="-1425440"/>
            <a:ext cx="0" cy="3320915"/>
          </a:xfrm>
          <a:prstGeom prst="line">
            <a:avLst/>
          </a:prstGeom>
          <a:ln w="57150">
            <a:solidFill>
              <a:schemeClr val="bg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137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MYP Custom">
      <a:dk1>
        <a:srgbClr val="4B5358"/>
      </a:dk1>
      <a:lt1>
        <a:sysClr val="window" lastClr="FFFFFF"/>
      </a:lt1>
      <a:dk2>
        <a:srgbClr val="4B5358"/>
      </a:dk2>
      <a:lt2>
        <a:srgbClr val="E8E8E8"/>
      </a:lt2>
      <a:accent1>
        <a:srgbClr val="60B2E5"/>
      </a:accent1>
      <a:accent2>
        <a:srgbClr val="F49390"/>
      </a:accent2>
      <a:accent3>
        <a:srgbClr val="AEF6C7"/>
      </a:accent3>
      <a:accent4>
        <a:srgbClr val="FFC857"/>
      </a:accent4>
      <a:accent5>
        <a:srgbClr val="96607D"/>
      </a:accent5>
      <a:accent6>
        <a:srgbClr val="467886"/>
      </a:accent6>
      <a:hlink>
        <a:srgbClr val="0070C0"/>
      </a:hlink>
      <a:folHlink>
        <a:srgbClr val="00206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75000"/>
          </a:schemeClr>
        </a:solidFill>
        <a:ln w="76200">
          <a:solidFill>
            <a:schemeClr val="accent2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1792</Words>
  <Application>Microsoft Office PowerPoint</Application>
  <PresentationFormat>Widescreen</PresentationFormat>
  <Paragraphs>320</Paragraphs>
  <Slides>38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Bahnschrift</vt:lpstr>
      <vt:lpstr>Chiller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4</cp:revision>
  <dcterms:created xsi:type="dcterms:W3CDTF">2026-08-13T18:52:07Z</dcterms:created>
  <dcterms:modified xsi:type="dcterms:W3CDTF">2026-08-28T16:12:29Z</dcterms:modified>
</cp:coreProperties>
</file>