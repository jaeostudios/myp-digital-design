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9-15T14:56:42.452" v="48" actId="20577"/>
      <pc:docMkLst>
        <pc:docMk/>
      </pc:docMkLst>
      <pc:sldChg chg="modSp mod">
        <pc:chgData name="Michael Hill" userId="41dba03d-e58d-4389-9894-554c10310ba4" providerId="ADAL" clId="{EF23FE1D-A042-481E-AFD7-2A9FB0847F54}" dt="2026-09-15T14:50:20.266" v="2" actId="14"/>
        <pc:sldMkLst>
          <pc:docMk/>
          <pc:sldMk cId="2192650716" sldId="259"/>
        </pc:sldMkLst>
        <pc:spChg chg="mod">
          <ac:chgData name="Michael Hill" userId="41dba03d-e58d-4389-9894-554c10310ba4" providerId="ADAL" clId="{EF23FE1D-A042-481E-AFD7-2A9FB0847F54}" dt="2026-09-15T14:50:20.266" v="2" actId="14"/>
          <ac:spMkLst>
            <pc:docMk/>
            <pc:sldMk cId="2192650716" sldId="259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09-15T14:56:42.452" v="48" actId="20577"/>
        <pc:sldMkLst>
          <pc:docMk/>
          <pc:sldMk cId="2192650716" sldId="268"/>
        </pc:sldMkLst>
        <pc:spChg chg="mod">
          <ac:chgData name="Michael Hill" userId="41dba03d-e58d-4389-9894-554c10310ba4" providerId="ADAL" clId="{EF23FE1D-A042-481E-AFD7-2A9FB0847F54}" dt="2026-09-15T14:56:42.452" v="48" actId="20577"/>
          <ac:spMkLst>
            <pc:docMk/>
            <pc:sldMk cId="2192650716" sldId="268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09-15T14:56:30.693" v="47" actId="20577"/>
        <pc:sldMkLst>
          <pc:docMk/>
          <pc:sldMk cId="2192650716" sldId="270"/>
        </pc:sldMkLst>
        <pc:spChg chg="mod">
          <ac:chgData name="Michael Hill" userId="41dba03d-e58d-4389-9894-554c10310ba4" providerId="ADAL" clId="{EF23FE1D-A042-481E-AFD7-2A9FB0847F54}" dt="2026-09-15T14:56:30.693" v="47" actId="20577"/>
          <ac:spMkLst>
            <pc:docMk/>
            <pc:sldMk cId="2192650716" sldId="270"/>
            <ac:spMk id="16" creationId="{104F567A-E19C-74A7-B049-CF176EB9CF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30730" y="4272579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346947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BRIEF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One Counts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I Am Marking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Three Briefs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Mark Scheme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Fix Your Worst Slide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Write 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Export and Upload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713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Laptops open. Sheet and a pen out as well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i="1" dirty="0">
              <a:latin typeface="Chiller" panose="04020404031007020602" pitchFamily="82" charset="0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93594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61112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THIS ONE COUNTS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It’s your first grade of the year! - </a:t>
            </a:r>
            <a:r>
              <a:rPr lang="en-US" sz="2000" b="1" dirty="0"/>
              <a:t>Criterion 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But it is not just the brief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Slides 3 to 12 of your folder get marked together, as one 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brief is </a:t>
            </a:r>
            <a:r>
              <a:rPr lang="en-US" sz="2000" b="1" dirty="0"/>
              <a:t>one slide out of ten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yippee! (say &quot;yippee&quot; in chat :D) - Imgflip">
            <a:extLst>
              <a:ext uri="{FF2B5EF4-FFF2-40B4-BE49-F238E27FC236}">
                <a16:creationId xmlns:a16="http://schemas.microsoft.com/office/drawing/2014/main" id="{4D36D0B8-E4E8-25AD-F809-E421B000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0" y="2465552"/>
            <a:ext cx="24765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831815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899899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I’M ACTUALLY MARKING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There are four strands for criteria A,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Three of them are already written in your folder from last time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847849"/>
              </p:ext>
            </p:extLst>
          </p:nvPr>
        </p:nvGraphicFramePr>
        <p:xfrm>
          <a:off x="548642" y="3063772"/>
          <a:ext cx="11064240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STRAND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WHERE IT LIVES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need, explained and justified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Slide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research plan, and the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Slides 4, 6,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Analysis of a range of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Slides 8, 9, 10,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design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Slide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848901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1153101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 CHECK THIS BEFORE ANYTHING ELSE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Open your folder. Look at slides 4, 6 and 7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Only one quarter is the brief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great brief missing everything else is likely getting a </a:t>
            </a:r>
            <a:r>
              <a:rPr lang="en-US" sz="2000" b="1" dirty="0"/>
              <a:t>4</a:t>
            </a: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B4CA07-6BB9-8FDE-DD17-3E97082EF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862" y="1207080"/>
            <a:ext cx="3821230" cy="516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86123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57395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READ THIS 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/>
              <a:t>"I am making a card game about sorting for my class. It will be a trick-taking game. It will be fun and quick and the art will look good."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is wrong with it?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"it is short". What is actually </a:t>
            </a:r>
            <a:r>
              <a:rPr lang="en-US" sz="2000" b="1" dirty="0"/>
              <a:t>missing</a:t>
            </a:r>
            <a:r>
              <a:rPr lang="en-US" sz="2000" dirty="0"/>
              <a:t>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909440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59028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THREE BRIEFS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 your sheet are three different briefs for the same project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Read all three, then put them in order. </a:t>
            </a:r>
            <a:r>
              <a:rPr lang="en-US" sz="2000" b="1" dirty="0"/>
              <a:t>Best to worst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Discuss with a partner to see if you agree on what is the best and worst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You’ve got 15 or so minutes to go through and do that, plus answering the questions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Q1 to Q4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golden number 3 11297442 PNG">
            <a:extLst>
              <a:ext uri="{FF2B5EF4-FFF2-40B4-BE49-F238E27FC236}">
                <a16:creationId xmlns:a16="http://schemas.microsoft.com/office/drawing/2014/main" id="{E17D461F-D224-E472-3720-3F2FDD112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29" y="3673927"/>
            <a:ext cx="2379213" cy="239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986935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3" y="93525"/>
            <a:ext cx="1055020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HERE IS THE ACTUAL MARK SCHEME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is the </a:t>
            </a:r>
            <a:r>
              <a:rPr lang="en-US" sz="2000" dirty="0" err="1"/>
              <a:t>markscheme</a:t>
            </a:r>
            <a:r>
              <a:rPr lang="en-US" sz="2000" dirty="0"/>
              <a:t> for the brief itself, not all of criteria 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563880" y="2280000"/>
          <a:ext cx="11064240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THE BRIEF...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THAT MEANS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states the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 mentioned research happened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outlines the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 said what you looked 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explains the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 said what you found and 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summarizes the analysis, in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findings are in the brief itself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986935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3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OTHER LADDER, STRAND ii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Same trick on the research plan, and this is the one on slide 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563880" y="2280000"/>
          <a:ext cx="11064240" cy="1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THE PLAN...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IN 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outlines a plan, with some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 said what you would look 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constructs a plan, identifies and prioritizes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 ordered it, and said why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constructs a </a:t>
                      </a:r>
                      <a:r>
                        <a:rPr lang="en-US" sz="1600" b="1" dirty="0"/>
                        <a:t>detailed</a:t>
                      </a:r>
                      <a:r>
                        <a:rPr lang="en-US" sz="1600" dirty="0"/>
                        <a:t> plan, independently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Ordered, justified, and nobody told you how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IT IS ONE VERB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the whole difference between a 4 and an 8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states → outlines → explains → summarizes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Same for the need on slide 3: </a:t>
            </a:r>
            <a:r>
              <a:rPr lang="en-US" sz="2000" b="1" dirty="0"/>
              <a:t>states → outlines → explains → explains and justifies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I’m sure this is no shock for you guys, but this is how pretty much all IB grading is, including your personal project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2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SPLIT THE THREE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Brief 2 had concrete </a:t>
            </a:r>
            <a:r>
              <a:rPr lang="en-US" sz="2000" b="1" dirty="0"/>
              <a:t>numbers</a:t>
            </a:r>
            <a:r>
              <a:rPr lang="en-US" sz="2000" dirty="0"/>
              <a:t> in it, such as Three minutes, 54 components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Brief 1 said "I looked at two card games" and never said what it found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the difference between explains and summarizes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Brief 3 could be about literally any game anybody has ever made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Pole Building Concrete Floors Delaware Maryland - Foundation Options ...">
            <a:extLst>
              <a:ext uri="{FF2B5EF4-FFF2-40B4-BE49-F238E27FC236}">
                <a16:creationId xmlns:a16="http://schemas.microsoft.com/office/drawing/2014/main" id="{99C854D6-6ED9-33DF-DF3F-0A7737EA6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339" y="773565"/>
            <a:ext cx="6208940" cy="620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179611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1086045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NOW GO AND FIX YOUR WORST SLIDES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~15 minutes, </a:t>
            </a:r>
            <a:r>
              <a:rPr lang="en-US" sz="2000" b="1" dirty="0"/>
              <a:t>but you are not writing your brief yet!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4 - your research plan. What you needed to find out, primary and secondary, most important first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6 - is the photo of the client cards actually there?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7 - are there numbers on it, or adjectives?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Slides 8 to 10 - did you say what each game does that </a:t>
            </a:r>
            <a:r>
              <a:rPr lang="en-US" sz="2000" b="1" dirty="0"/>
              <a:t>yours</a:t>
            </a:r>
            <a:r>
              <a:rPr lang="en-US" sz="2000" dirty="0"/>
              <a:t> will need to do?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Ask me if you have questions or you need some help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96238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64322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WRITING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80 to 120 words.</a:t>
            </a:r>
            <a:r>
              <a:rPr lang="en-US" sz="2000" dirty="0"/>
              <a:t> That is the whole design brief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Four jobs: what you are making, who for, what it has to do, and what your research says about that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Before you type a single word, write down </a:t>
            </a:r>
            <a:r>
              <a:rPr lang="en-US" sz="2000" b="1" dirty="0"/>
              <a:t>three numbers</a:t>
            </a:r>
            <a:r>
              <a:rPr lang="en-US" sz="2000" dirty="0"/>
              <a:t> you are going to get in there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LAB Q6 first, then folder slide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36563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04648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~20 MINS FOR DA BRIEF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Slide 12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you get stuck, read Brief 2 again and use the </a:t>
            </a:r>
            <a:r>
              <a:rPr lang="en-US" sz="2000" i="1" dirty="0"/>
              <a:t>shape</a:t>
            </a:r>
            <a:r>
              <a:rPr lang="en-US" sz="2000" dirty="0"/>
              <a:t>, not just the words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ongebob who put you on the planet meme sticker – Artofit">
            <a:extLst>
              <a:ext uri="{FF2B5EF4-FFF2-40B4-BE49-F238E27FC236}">
                <a16:creationId xmlns:a16="http://schemas.microsoft.com/office/drawing/2014/main" id="{85639C19-2372-7DA1-1074-00CA19E20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5" y="2818284"/>
            <a:ext cx="5256434" cy="403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0345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68429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SWAP AND CHECK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Read your partner’s brief with the mark scheme next to you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Can you find a number in it?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Can you tell what they researched?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Can you tell who it is </a:t>
            </a:r>
            <a:r>
              <a:rPr lang="en-US" sz="2000" b="1" dirty="0"/>
              <a:t>for</a:t>
            </a:r>
            <a:r>
              <a:rPr lang="en-US" sz="2000" dirty="0"/>
              <a:t>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the answer is no, say so.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is, quite literally, the entire point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55021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23105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EXPORTING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File → Download → PDF Document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Name it: </a:t>
            </a:r>
            <a:r>
              <a:rPr lang="en-US" sz="2000" b="1" dirty="0"/>
              <a:t>Name - Unit 1 - Criterion 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Upload it to </a:t>
            </a:r>
            <a:r>
              <a:rPr lang="en-US" sz="2000" dirty="0" err="1"/>
              <a:t>ManageBac</a:t>
            </a:r>
            <a:r>
              <a:rPr lang="en-US" sz="2000" dirty="0"/>
              <a:t> before you leave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will export all 31 slides and most of them are empty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fine, I am marking 3 to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01915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CLOSING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Your folder now has a client, a plan, three games taken apart, and an argument for what you are building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are now complete with the inquiring stage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/>
              <a:t>Next time: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specification</a:t>
            </a:r>
            <a:r>
              <a:rPr lang="en-US" sz="2000" dirty="0"/>
              <a:t>. Turning all of that into a numbered list of things I can actually test at the playtest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928</Words>
  <Application>Microsoft Office PowerPoint</Application>
  <PresentationFormat>Widescreen</PresentationFormat>
  <Paragraphs>128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Bahnschrift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6</cp:revision>
  <dcterms:created xsi:type="dcterms:W3CDTF">2026-08-13T18:52:07Z</dcterms:created>
  <dcterms:modified xsi:type="dcterms:W3CDTF">2026-09-15T14:56:46Z</dcterms:modified>
</cp:coreProperties>
</file>