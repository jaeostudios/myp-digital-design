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5FD82-ACA6-402C-8C09-A484ED848983}" v="1" dt="2026-09-17T17:11:57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8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17T17:11:57.627" v="0"/>
      <pc:docMkLst>
        <pc:docMk/>
      </pc:docMkLst>
      <pc:sldChg chg="modAnim">
        <pc:chgData name="Michael Hill" userId="41dba03d-e58d-4389-9894-554c10310ba4" providerId="ADAL" clId="{EF23FE1D-A042-481E-AFD7-2A9FB0847F54}" dt="2026-09-17T17:11:57.627" v="0"/>
        <pc:sldMkLst>
          <pc:docMk/>
          <pc:sldMk cId="334639456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FF526-DE0E-45D6-B039-F8488E5EF7F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25F06-2D59-4D4B-8BD3-9A5B4888E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9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[PICTURE] The constraints one-pager, photographed. It is the worked example of a specification and they should be looking at it while you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39296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SPEC AND SKETCH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You Are 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Step 1 - Specification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Step 2 - Three Ideas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Step 3 - Read-Back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Step 4 - Photograph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You Missed Today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34357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Paper and pencil. Laptops shut until I say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17CE86-B976-4715-C5EA-19758C8B6040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E7D24A88-452C-D848-BEF4-133BEFD7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OVERTURE – STARDEW VALLEY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 descr="Cd Clip Art">
            <a:extLst>
              <a:ext uri="{FF2B5EF4-FFF2-40B4-BE49-F238E27FC236}">
                <a16:creationId xmlns:a16="http://schemas.microsoft.com/office/drawing/2014/main" id="{50DCF788-95AB-6C55-3414-43BD623A1C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47812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1585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ARE MAKING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Two things, both in your design folder, both due by the bell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13 - a numbered specification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slides 14, 15 and 16 - three annotated sketches, photographed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Neither is marked today. Both get marked later, with the chosen design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Wrong PNG Transparent Images">
            <a:extLst>
              <a:ext uri="{FF2B5EF4-FFF2-40B4-BE49-F238E27FC236}">
                <a16:creationId xmlns:a16="http://schemas.microsoft.com/office/drawing/2014/main" id="{302C5E6B-AB17-242E-D2BE-345CC6C7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3429000"/>
            <a:ext cx="354025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02817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70861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1 - WRITE YOUR SPECIFICATION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About 15 minutes. Type it straight onto folder slide 13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Copy in the seven constraint lines, numbered 1 to 7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Add three or four of your own underneath, off your own client numbers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Get a partner to read it and find a line they could not measure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4. Bring it to me and I sign it off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Nobody starts drawing until their specification is signed off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Done when: folder slide 13 has 10 to 11 numbered lines and I have seen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 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36591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71703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A SPECIFICATION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numbered list of things that have to be true for this to have worked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 description of your game, and not a wish list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line has to name something you could measure while playtesting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 cannot say what the measurement is, it is not a criterion. It is a hope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ector Checklist Icon 356165 Vector Art at Vecteezy">
            <a:extLst>
              <a:ext uri="{FF2B5EF4-FFF2-40B4-BE49-F238E27FC236}">
                <a16:creationId xmlns:a16="http://schemas.microsoft.com/office/drawing/2014/main" id="{4ADE633C-6066-C77B-545A-7466BCFB3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664" y="3728357"/>
            <a:ext cx="24765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93166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961210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WHERE EACH LINE COMES FROM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longer list does not a better grade make. What you want is a list where every line came from somewhere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"Plays in under 10 minutes" is fine, and it is also just a number I could have told you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"Plays in under 10 minutes, because X of X client cards said their dead time is 10 to 20, and the game has to fit inside the short end" is the same line showing its work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 before you write a line, open folder slide 7 and find the number it rests 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 7, THEN 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4060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1008646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START WITH THE SEVEN YOU HAVE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constraints sheet is already a specification. Seven lines, every one measurable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Three minutes to teach. Ten to play. One page. 54 components. Two to four players. Concept load-bearing. Digital artefact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Type all seven onto folder slide 13, numbered 1 to 7. They are not cheating, they are your client requirements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 add three or four of your own underneath, in the same style, off your own numbers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 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95222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6326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ONE LINE YOU CANNOT SKIP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concept is load-bearing. It is line 6 on your constraints sheet and it is not optional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test: delete the computer science. Is there still a game?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is in the spec because next lesson you argue your chosen design against the spec, so you will be arguing that your own game passes this 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Better you catch it now than me catching it later &gt;:)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76828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44873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2 - DRAW THREE IDEAS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About 35 minutes. On paper, in pencil, annotated so somebody else can read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Idea 1 - the obvious one. The game you have had in your head since Day 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Idea 2 – change the format. Think critically about another way that the game could be presented with different components or a different playfield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Idea 3 – think really outside of the box to create something strange, an angle that you might not have considered previously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SLIDES 14, 15 AND 16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1317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8122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 ANNOTATE A SKETCH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are testing whether your drawing can be read correctly by somebody else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Label every component. Say what one turn looks like. Mark where the real decision 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drawing with no words on it tells a reader almost nothing, however nice it looks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Card games are hard to draw. Put it on paper in a way that makes sense to a stranger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B9F053-7A48-9D2E-4D0C-9B96407E2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95"/>
          <a:stretch>
            <a:fillRect/>
          </a:stretch>
        </p:blipFill>
        <p:spPr>
          <a:xfrm>
            <a:off x="6513923" y="3880214"/>
            <a:ext cx="4232546" cy="256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35999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0404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3 - THE READ-BACK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When all three are drawn, find somebody else who has finished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Hand them your favourite sketch. Say nothing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They explain your game back to you, and you write what they got wrong onto the sketch itself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That is the only honest way to check whether a drawing can be read by somebody who was not in your head while you drew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marked-up sketch is the one you photograph in. Do not redraw it clean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43556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3" y="93525"/>
            <a:ext cx="1111641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STEP 4 - PHOTOGRAPH EVERYTHING 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Last five minutes, and this is the part people forget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Idea 1 onto folder slide 14, idea 2 onto 15, idea 3 onto 16. One sketch per slide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Photograph flat on the desk, in decent light, whole page in frame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paper sketches stay in your folder afterwards. A photo in your bag is a photo I never see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SLIDES 14, 15 AND 16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85256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53300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WORK TIME - ABOUT 50 MINUTES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Steps 1 to 4, in that order, from here to the bell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Stuck on the spec? Open folder slide 7 and find a number to stand 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Ask me anything. That is what I am here for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Premium Vector | Go Forth and Be Fierce">
            <a:extLst>
              <a:ext uri="{FF2B5EF4-FFF2-40B4-BE49-F238E27FC236}">
                <a16:creationId xmlns:a16="http://schemas.microsoft.com/office/drawing/2014/main" id="{B35DC8C7-2B79-6CCB-0B67-01BDBCA5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330" y="2920280"/>
            <a:ext cx="4155640" cy="276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can do all of this on your own. Nothing here needs me in the room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Specification onto folder slide 13. Seven constraint lines, then three or four of your own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Three ideas on paper, annotated, using the three prompts on the Draw Three Ideas slide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Read-back test: hand a sketch to anybody at all - a friend, a sibling - and write down what they got wrong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4. Photograph all three into folder slides 14, 15 and 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Bring the spec to me at the start of the next lesson for sign-off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13 - specification, numbered, with the load-bearing line in it, signed off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slides 14, 15 and 16 - three sketches, photographed in, annotated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Paper sketches in your folder, not in your bag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Next time: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pick one, and you argue for it against your own specification. Then the planning drawings. That is the Criterion B summative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1157</Words>
  <Application>Microsoft Office PowerPoint</Application>
  <PresentationFormat>Widescreen</PresentationFormat>
  <Paragraphs>96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Bahnschrift</vt:lpstr>
      <vt:lpstr>Calibri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7</cp:revision>
  <dcterms:created xsi:type="dcterms:W3CDTF">2026-08-13T18:52:07Z</dcterms:created>
  <dcterms:modified xsi:type="dcterms:W3CDTF">2026-09-17T17:12:08Z</dcterms:modified>
</cp:coreProperties>
</file>