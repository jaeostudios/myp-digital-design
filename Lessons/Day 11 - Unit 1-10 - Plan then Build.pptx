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72EE21-7F85-4DFF-A70C-D22C600F75F0}" v="1" dt="2026-09-23T14:59:47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9-23T14:59:47.503" v="0"/>
      <pc:docMkLst>
        <pc:docMk/>
      </pc:docMkLst>
      <pc:sldChg chg="modAnim">
        <pc:chgData name="Michael Hill" userId="41dba03d-e58d-4389-9894-554c10310ba4" providerId="ADAL" clId="{EF23FE1D-A042-481E-AFD7-2A9FB0847F54}" dt="2026-09-23T14:59:47.503" v="0"/>
        <pc:sldMkLst>
          <pc:docMk/>
          <pc:sldMk cId="3346394562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9859C-F019-49E3-9A69-09EA9D68AA4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A0594-7852-42B0-B899-FD81AE90F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3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170539" y="4309808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575209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PLAN THEN BUILD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Today 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You Hand 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It Is Marked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A Plan Needs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Gate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Work, In Order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Checklist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62115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Phones into The Holding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Laptops, and your build materials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Criterion C rubric sheet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20B89-A039-FDF8-0CD0-C55117319178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C2587E7C-51B8-1462-E0DB-1107F4678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WACKY WORKBENCH (US) – SONIC CD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E7D2AABF-DB28-0B2A-4568-9A3C895AB5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264363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94480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TODAY 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Today you write the plan for building your game, and then you build a rough version of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Criterion C starts today and runs through to Day 14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you build today is a PROTOTYPE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is meant to look rough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Don’t spend your time making it look pretty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56849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424934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TODAY’S WORK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22 - your production plan, with minutes on every step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23 - a photo of the paper prototype you build today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25 - the first row of your changes log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one-page rules sheet, on paper, in your folder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first three are Criterion C. The bands are on your Criterion C rubric sheet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49484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717528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TODAY IS MARKED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Criterion C, strands i and iv today, and the start of ii and iii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Strand i is the plan on folder slide 22. Strand iv is the changes log on folder slide 25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Strand iii is the word "follows", so a plan written after the build cannot be marked at all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full scale is on your Criterion C rubric sheet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04647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72692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A PLAN NEEDS IN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steps, in the order you will do them. Ten to fourteen is normal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Minutes expected for each step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won’t know exactly, and that is fine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that step needs: card, scissors, the printer, twenty minutes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step has to be "write the rules sheet“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is on your requirements list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table or a bullet list, either is fine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3391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01997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MAKE AN HONEST 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are not only marked on the plan. You are marked on whether you then followed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 an ambitious plan is worse than an honest 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write that the art takes ten minutes and it takes forty, that reads worse than writing forty in the first place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the plan you are actually going to follow, not the one that sounds impressive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criterion says "sufficient for peers to be able to follow”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231194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91163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THE PROTOTYPE IS FOR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Use any tools at your disposal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is supposed to look rough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Next lesson we’ll test our games, and then analyze what changes we need  to make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The classic Patrick wood board screenshot lol : r/spongebob">
            <a:extLst>
              <a:ext uri="{FF2B5EF4-FFF2-40B4-BE49-F238E27FC236}">
                <a16:creationId xmlns:a16="http://schemas.microsoft.com/office/drawing/2014/main" id="{7B589A83-851E-471B-10CB-83D110C8A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072" y="3429000"/>
            <a:ext cx="426720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17450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85494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LOGGING WHAT CHANGED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Your plan will go wrong. Everyone’s does, and that is not a problem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matters is that you write down what changed and why, on folder slide 25, today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Changing it silently earns nothing at all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 the unlikely event that NOTHING changes, still note that down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5382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3426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RULES SHEET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page, one side, diagrams included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 paper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Ensure that you complete this, because when writing the rules you may uncover mechanics that you were unfamiliar with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Things you will find you have not decided: who goes first, what happens on a tie, and what happens when the deck runs out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goes in your folder, not your bag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Goal: somebody can play the game based on your rules sheet without asking you (the designer) any questions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119535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79997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WHY THE RULES SHEET MATTERS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Next lesson somebody else plays your game off that sheet while you sit there saying nothing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 run a stopwatch against three minutes to teach and ten to play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is not graded today, but it will provide you valuable data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 sheet next lesson means no playtest, and no playtest means no data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911724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9216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WORK, IN ORDER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0:21 to 0:33 - folder slide 22, write the plan. Laptops only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0:33 to 0:41 - the gate. Somebody reads your plan out loud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0:41 to 1:05 - build it, then photograph onto folder slide 23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1:05 to 1:15 - the rules sheet, on paper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1:15 to 1:20 - first changes log row on folder slide 25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2178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670223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YOU MISSED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All of it works on your own. Only the gate needs another person, and any person will do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1. Folder slide 22 - ten to fourteen steps, minutes and resources on each, one of them the rules sheet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2. Read the plan aloud to somebody and change whatever they trip over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3. Build the rough prototype, then photograph it onto folder slide 23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4. One-page rules sheet on paper, brought to the next lesson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5. First changes log row on folder slide 25, dated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Without a rules sheet you cannot be playtested next lesson, so that one is the priority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05549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8598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CHECKLIST 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22 - the plan, with times on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23 - a photo of the rough thing you built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25 - one row in the changes log, even if the row says "nothing changed"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Rules sheet in your folder, not in your bag. It will get CRUMPLED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Next time: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Playtest 1. Somebody else plays your game while you sit there and say nothing at all!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Free photo: crumpled paper - Clean, Close-up, Crease - Free Download ...">
            <a:extLst>
              <a:ext uri="{FF2B5EF4-FFF2-40B4-BE49-F238E27FC236}">
                <a16:creationId xmlns:a16="http://schemas.microsoft.com/office/drawing/2014/main" id="{82901662-B83A-E274-8D04-258A4C663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825" y="4891144"/>
            <a:ext cx="2915827" cy="164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930</Words>
  <Application>Microsoft Office PowerPoint</Application>
  <PresentationFormat>Widescreen</PresentationFormat>
  <Paragraphs>95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7</cp:revision>
  <dcterms:created xsi:type="dcterms:W3CDTF">2026-08-13T18:52:07Z</dcterms:created>
  <dcterms:modified xsi:type="dcterms:W3CDTF">2026-09-23T14:59:56Z</dcterms:modified>
</cp:coreProperties>
</file>