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Chase this on Friday. Three of them will not have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94738" y="4295608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758449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SUNSET OF THE TESTERS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28169" y="-245083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15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Today 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Hand 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It Is Marked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Rotations Run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You Record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Work, In Order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Checklist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588561"/>
            <a:ext cx="6016298" cy="156010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Phones out - timers only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Your game, sheet, cards, folder on 28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SUNSET OF SEVEN SUNS - DELTARUNE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426436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94480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TODAY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Rotations once more, I call the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will be the designer once, and the tester multiple times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Designers hand over the rules sheet and then say nothing. Same rule as Playtest 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Data that you need for Criteria D will come off of today – make it count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28404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964488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HAND IN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28 - one row per playtest, filled in at the 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photo of your tester question cards, on the same slide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more playtests outside class, done before next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Nothing leaves this room with an empty cell on folder slide 28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Open your specification and pick one numbered line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What would have to happen in the next hour to prove that line wrong?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Answer: </a:t>
            </a:r>
            <a:r>
              <a:rPr lang="en-US" sz="2800" dirty="0"/>
              <a:t>if you can’t describe what failing looks like, that line isn’t testable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 spec line that can’t fail is a wish, not a test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49484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17528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TODAY IS MARKED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Criterion D strand i. The plan on folder slide 27, and the data on folder slide 28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Strand i marks the testing method you designed, not the results you got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Authentic testing means real people playing, and your classmates are the target audience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Criterion D rubric is on GitHub. All four are up there, one per criterion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SLIDES 27 AND 28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1349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81539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THE ROTATIONS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will rotate as the designer of the game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Testers read the sheet cold and play – do not let the designer help you at all this time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Start the clock when they start reading, not when they start playing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pset dark-skinned young man with adhesive tape over his mouth Stock ...">
            <a:extLst>
              <a:ext uri="{FF2B5EF4-FFF2-40B4-BE49-F238E27FC236}">
                <a16:creationId xmlns:a16="http://schemas.microsoft.com/office/drawing/2014/main" id="{461CECB5-1C2E-5D7A-24F3-7F4BA132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393" y="4533192"/>
            <a:ext cx="2560865" cy="17080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78769C-338D-0513-C6EA-4022C1CCE57C}"/>
              </a:ext>
            </a:extLst>
          </p:cNvPr>
          <p:cNvSpPr/>
          <p:nvPr/>
        </p:nvSpPr>
        <p:spPr>
          <a:xfrm>
            <a:off x="526943" y="4239213"/>
            <a:ext cx="41665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The designer</a:t>
            </a:r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929181DD-43B2-00B8-77ED-A69DA028114A}"/>
              </a:ext>
            </a:extLst>
          </p:cNvPr>
          <p:cNvSpPr/>
          <p:nvPr/>
        </p:nvSpPr>
        <p:spPr>
          <a:xfrm flipV="1">
            <a:off x="3887639" y="5166318"/>
            <a:ext cx="715829" cy="768370"/>
          </a:xfrm>
          <a:prstGeom prst="bentArrow">
            <a:avLst/>
          </a:prstGeom>
          <a:solidFill>
            <a:schemeClr val="accent2">
              <a:lumMod val="75000"/>
            </a:schemeClr>
          </a:solidFill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1020091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1088136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YOU RECORD WHILE THEY PLAY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27</a:t>
            </a:r>
            <a:r>
              <a:rPr lang="en-US" sz="2400"/>
              <a:t>: measurable metrics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Folder slide 28: testers, teach time, play time, who won, one comment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Fill it in at the table while they play, not from memory at the end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Hand every tester a question card, and get it back before they move on. No card, no row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SLIDES 27 AND 28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13283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81327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THREE MORE OUTSIDE CLASS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Today, you’ve had a thin sample outside of class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 run three more outside class, ideally with people who are not in your group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Lunch, advisory, after school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Same rules: hand over the sheet, say nothing, get a card back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playtest is one more row on folder slide 28, and the three outside rows are due next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FOLDER SLIDE 28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91172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59216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WORK, IN ORDER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0:05 to 0:10 - instrument check against folder slide 27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0:10 to 0:30 - rotation 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0:30 to 0:50 - rotation 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0:50 to 1:10 - rotation 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1:10 to 1:20 - fill the gaps on folder slide 28, photograph your cards 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02179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702231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YOU MISSED TODAY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need three to four playtests in total, if you missed you can do them with your friends, family, </a:t>
            </a:r>
            <a:r>
              <a:rPr lang="en-US" sz="2400" dirty="0" err="1"/>
              <a:t>etc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1. Check folder slide 27 first. Every row should produce something </a:t>
            </a:r>
            <a:r>
              <a:rPr lang="en-US" sz="2400" dirty="0" err="1"/>
              <a:t>measureable</a:t>
            </a: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2. Print your game and your three question cards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3. Run three playtests outside class, with people not in your group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4. One row on folder slide 28 per playtest, filled in at the 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Criterion D gets written off that table next lesson, so no blanks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870554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938598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CHECKLIST BEFORE YOU LEAVE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Every cell on folder slide 28 filled in before you walk out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blank now is a blank forever, because you will not remember it next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Photograph your feedback cards onto folder slide 28 alongside the table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Three outside playtests done before next lesson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Next time: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Our last in Unit 1. The whole of Criterion D gets written, and then the folder gets handed 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725</Words>
  <Application>Microsoft Office PowerPoint</Application>
  <PresentationFormat>Widescreen</PresentationFormat>
  <Paragraphs>79</Paragraphs>
  <Slides>12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9</cp:revision>
  <dcterms:created xsi:type="dcterms:W3CDTF">2026-08-13T18:52:07Z</dcterms:created>
  <dcterms:modified xsi:type="dcterms:W3CDTF">2026-10-02T15:43:52Z</dcterms:modified>
</cp:coreProperties>
</file>