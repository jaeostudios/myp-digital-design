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252" autoAdjust="0"/>
  </p:normalViewPr>
  <p:slideViewPr>
    <p:cSldViewPr snapToGrid="0">
      <p:cViewPr varScale="1">
        <p:scale>
          <a:sx n="59" d="100"/>
          <a:sy n="59" d="100"/>
        </p:scale>
        <p:origin x="174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modSld">
      <pc:chgData name="Michael Hill" userId="41dba03d-e58d-4389-9894-554c10310ba4" providerId="ADAL" clId="{EF23FE1D-A042-481E-AFD7-2A9FB0847F54}" dt="2026-10-20T19:34:24.286" v="1766" actId="20577"/>
      <pc:docMkLst>
        <pc:docMk/>
      </pc:docMkLst>
      <pc:sldChg chg="modSp mod">
        <pc:chgData name="Michael Hill" userId="41dba03d-e58d-4389-9894-554c10310ba4" providerId="ADAL" clId="{EF23FE1D-A042-481E-AFD7-2A9FB0847F54}" dt="2026-10-20T18:41:46.192" v="877" actId="20577"/>
        <pc:sldMkLst>
          <pc:docMk/>
          <pc:sldMk cId="3346394562" sldId="256"/>
        </pc:sldMkLst>
        <pc:spChg chg="mod">
          <ac:chgData name="Michael Hill" userId="41dba03d-e58d-4389-9894-554c10310ba4" providerId="ADAL" clId="{EF23FE1D-A042-481E-AFD7-2A9FB0847F54}" dt="2026-10-20T18:41:46.192" v="877" actId="20577"/>
          <ac:spMkLst>
            <pc:docMk/>
            <pc:sldMk cId="3346394562" sldId="256"/>
            <ac:spMk id="16" creationId="{17204734-3FD9-9A03-0700-AC2D2E083E4F}"/>
          </ac:spMkLst>
        </pc:spChg>
      </pc:sldChg>
      <pc:sldChg chg="modSp mod">
        <pc:chgData name="Michael Hill" userId="41dba03d-e58d-4389-9894-554c10310ba4" providerId="ADAL" clId="{EF23FE1D-A042-481E-AFD7-2A9FB0847F54}" dt="2026-10-20T18:33:03.086" v="29" actId="20577"/>
        <pc:sldMkLst>
          <pc:docMk/>
          <pc:sldMk cId="2192650716" sldId="259"/>
        </pc:sldMkLst>
        <pc:spChg chg="mod">
          <ac:chgData name="Michael Hill" userId="41dba03d-e58d-4389-9894-554c10310ba4" providerId="ADAL" clId="{EF23FE1D-A042-481E-AFD7-2A9FB0847F54}" dt="2026-10-20T18:33:03.086" v="29" actId="20577"/>
          <ac:spMkLst>
            <pc:docMk/>
            <pc:sldMk cId="2192650716" sldId="259"/>
            <ac:spMk id="16" creationId="{104F567A-E19C-74A7-B049-CF176EB9CF80}"/>
          </ac:spMkLst>
        </pc:spChg>
        <pc:spChg chg="mod">
          <ac:chgData name="Michael Hill" userId="41dba03d-e58d-4389-9894-554c10310ba4" providerId="ADAL" clId="{EF23FE1D-A042-481E-AFD7-2A9FB0847F54}" dt="2026-10-20T18:32:54.876" v="1" actId="14100"/>
          <ac:spMkLst>
            <pc:docMk/>
            <pc:sldMk cId="2192650716" sldId="259"/>
            <ac:spMk id="804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10-20T18:33:49.787" v="250" actId="20577"/>
        <pc:sldMkLst>
          <pc:docMk/>
          <pc:sldMk cId="2192650716" sldId="260"/>
        </pc:sldMkLst>
        <pc:spChg chg="mod">
          <ac:chgData name="Michael Hill" userId="41dba03d-e58d-4389-9894-554c10310ba4" providerId="ADAL" clId="{EF23FE1D-A042-481E-AFD7-2A9FB0847F54}" dt="2026-10-20T18:33:49.787" v="250" actId="20577"/>
          <ac:spMkLst>
            <pc:docMk/>
            <pc:sldMk cId="2192650716" sldId="260"/>
            <ac:spMk id="16" creationId="{104F567A-E19C-74A7-B049-CF176EB9CF80}"/>
          </ac:spMkLst>
        </pc:spChg>
        <pc:spChg chg="mod">
          <ac:chgData name="Michael Hill" userId="41dba03d-e58d-4389-9894-554c10310ba4" providerId="ADAL" clId="{EF23FE1D-A042-481E-AFD7-2A9FB0847F54}" dt="2026-10-20T18:33:09.259" v="31" actId="14100"/>
          <ac:spMkLst>
            <pc:docMk/>
            <pc:sldMk cId="2192650716" sldId="260"/>
            <ac:spMk id="805" creationId="{00000000-0000-0000-0000-000000000000}"/>
          </ac:spMkLst>
        </pc:spChg>
      </pc:sldChg>
      <pc:sldChg chg="modSp mod">
        <pc:chgData name="Michael Hill" userId="41dba03d-e58d-4389-9894-554c10310ba4" providerId="ADAL" clId="{EF23FE1D-A042-481E-AFD7-2A9FB0847F54}" dt="2026-10-20T18:40:18.274" v="689" actId="1076"/>
        <pc:sldMkLst>
          <pc:docMk/>
          <pc:sldMk cId="2192650716" sldId="261"/>
        </pc:sldMkLst>
        <pc:spChg chg="mod">
          <ac:chgData name="Michael Hill" userId="41dba03d-e58d-4389-9894-554c10310ba4" providerId="ADAL" clId="{EF23FE1D-A042-481E-AFD7-2A9FB0847F54}" dt="2026-10-20T18:40:16.497" v="688" actId="14100"/>
          <ac:spMkLst>
            <pc:docMk/>
            <pc:sldMk cId="2192650716" sldId="261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10-20T18:40:18.274" v="689" actId="1076"/>
          <ac:spMkLst>
            <pc:docMk/>
            <pc:sldMk cId="2192650716" sldId="261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10-20T18:39:41.647" v="673" actId="20577"/>
          <ac:spMkLst>
            <pc:docMk/>
            <pc:sldMk cId="2192650716" sldId="261"/>
            <ac:spMk id="16" creationId="{104F567A-E19C-74A7-B049-CF176EB9CF80}"/>
          </ac:spMkLst>
        </pc:spChg>
        <pc:spChg chg="mod">
          <ac:chgData name="Michael Hill" userId="41dba03d-e58d-4389-9894-554c10310ba4" providerId="ADAL" clId="{EF23FE1D-A042-481E-AFD7-2A9FB0847F54}" dt="2026-10-20T18:39:37.110" v="648" actId="14100"/>
          <ac:spMkLst>
            <pc:docMk/>
            <pc:sldMk cId="2192650716" sldId="261"/>
            <ac:spMk id="806" creationId="{00000000-0000-0000-0000-000000000000}"/>
          </ac:spMkLst>
        </pc:spChg>
      </pc:sldChg>
      <pc:sldChg chg="addSp delSp modSp mod">
        <pc:chgData name="Michael Hill" userId="41dba03d-e58d-4389-9894-554c10310ba4" providerId="ADAL" clId="{EF23FE1D-A042-481E-AFD7-2A9FB0847F54}" dt="2026-10-20T18:41:07.490" v="812" actId="20577"/>
        <pc:sldMkLst>
          <pc:docMk/>
          <pc:sldMk cId="2192650716" sldId="262"/>
        </pc:sldMkLst>
        <pc:spChg chg="add">
          <ac:chgData name="Michael Hill" userId="41dba03d-e58d-4389-9894-554c10310ba4" providerId="ADAL" clId="{EF23FE1D-A042-481E-AFD7-2A9FB0847F54}" dt="2026-10-20T18:40:24.374" v="692" actId="22"/>
          <ac:spMkLst>
            <pc:docMk/>
            <pc:sldMk cId="2192650716" sldId="262"/>
            <ac:spMk id="4" creationId="{C417F1AE-E2EF-CA34-C3F4-4826AAD1716E}"/>
          </ac:spMkLst>
        </pc:spChg>
        <pc:spChg chg="add">
          <ac:chgData name="Michael Hill" userId="41dba03d-e58d-4389-9894-554c10310ba4" providerId="ADAL" clId="{EF23FE1D-A042-481E-AFD7-2A9FB0847F54}" dt="2026-10-20T18:40:24.374" v="692" actId="22"/>
          <ac:spMkLst>
            <pc:docMk/>
            <pc:sldMk cId="2192650716" sldId="262"/>
            <ac:spMk id="6" creationId="{F6868C8E-D694-2841-70DE-C31ADFD7DA49}"/>
          </ac:spMkLst>
        </pc:spChg>
        <pc:spChg chg="del">
          <ac:chgData name="Michael Hill" userId="41dba03d-e58d-4389-9894-554c10310ba4" providerId="ADAL" clId="{EF23FE1D-A042-481E-AFD7-2A9FB0847F54}" dt="2026-10-20T18:40:23.675" v="691" actId="478"/>
          <ac:spMkLst>
            <pc:docMk/>
            <pc:sldMk cId="2192650716" sldId="262"/>
            <ac:spMk id="12" creationId="{9618C01C-80A1-AC3B-A909-471A11C86B0F}"/>
          </ac:spMkLst>
        </pc:spChg>
        <pc:spChg chg="del">
          <ac:chgData name="Michael Hill" userId="41dba03d-e58d-4389-9894-554c10310ba4" providerId="ADAL" clId="{EF23FE1D-A042-481E-AFD7-2A9FB0847F54}" dt="2026-10-20T18:40:22.303" v="690" actId="478"/>
          <ac:spMkLst>
            <pc:docMk/>
            <pc:sldMk cId="2192650716" sldId="262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10-20T18:41:07.490" v="812" actId="20577"/>
          <ac:spMkLst>
            <pc:docMk/>
            <pc:sldMk cId="2192650716" sldId="262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0T18:43:08.994" v="1081" actId="20577"/>
        <pc:sldMkLst>
          <pc:docMk/>
          <pc:sldMk cId="2192650716" sldId="263"/>
        </pc:sldMkLst>
        <pc:spChg chg="mod">
          <ac:chgData name="Michael Hill" userId="41dba03d-e58d-4389-9894-554c10310ba4" providerId="ADAL" clId="{EF23FE1D-A042-481E-AFD7-2A9FB0847F54}" dt="2026-10-20T18:41:30.760" v="843" actId="14100"/>
          <ac:spMkLst>
            <pc:docMk/>
            <pc:sldMk cId="2192650716" sldId="263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10-20T18:41:33.036" v="844" actId="1076"/>
          <ac:spMkLst>
            <pc:docMk/>
            <pc:sldMk cId="2192650716" sldId="263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10-20T18:43:08.994" v="1081" actId="20577"/>
          <ac:spMkLst>
            <pc:docMk/>
            <pc:sldMk cId="2192650716" sldId="263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0T18:44:08.482" v="1218" actId="27636"/>
        <pc:sldMkLst>
          <pc:docMk/>
          <pc:sldMk cId="2192650716" sldId="264"/>
        </pc:sldMkLst>
        <pc:spChg chg="mod">
          <ac:chgData name="Michael Hill" userId="41dba03d-e58d-4389-9894-554c10310ba4" providerId="ADAL" clId="{EF23FE1D-A042-481E-AFD7-2A9FB0847F54}" dt="2026-10-20T18:44:08.482" v="1218" actId="27636"/>
          <ac:spMkLst>
            <pc:docMk/>
            <pc:sldMk cId="2192650716" sldId="264"/>
            <ac:spMk id="16" creationId="{104F567A-E19C-74A7-B049-CF176EB9CF80}"/>
          </ac:spMkLst>
        </pc:spChg>
        <pc:spChg chg="mod">
          <ac:chgData name="Michael Hill" userId="41dba03d-e58d-4389-9894-554c10310ba4" providerId="ADAL" clId="{EF23FE1D-A042-481E-AFD7-2A9FB0847F54}" dt="2026-10-20T18:43:20.256" v="1082" actId="14100"/>
          <ac:spMkLst>
            <pc:docMk/>
            <pc:sldMk cId="2192650716" sldId="264"/>
            <ac:spMk id="809" creationId="{00000000-0000-0000-0000-000000000000}"/>
          </ac:spMkLst>
        </pc:spChg>
      </pc:sldChg>
      <pc:sldChg chg="addSp modSp mod">
        <pc:chgData name="Michael Hill" userId="41dba03d-e58d-4389-9894-554c10310ba4" providerId="ADAL" clId="{EF23FE1D-A042-481E-AFD7-2A9FB0847F54}" dt="2026-10-20T18:44:52.157" v="1222" actId="1076"/>
        <pc:sldMkLst>
          <pc:docMk/>
          <pc:sldMk cId="2192650716" sldId="265"/>
        </pc:sldMkLst>
        <pc:spChg chg="add">
          <ac:chgData name="Michael Hill" userId="41dba03d-e58d-4389-9894-554c10310ba4" providerId="ADAL" clId="{EF23FE1D-A042-481E-AFD7-2A9FB0847F54}" dt="2026-10-20T18:44:46.124" v="1220" actId="22"/>
          <ac:spMkLst>
            <pc:docMk/>
            <pc:sldMk cId="2192650716" sldId="265"/>
            <ac:spMk id="4" creationId="{C33CE99F-E693-C259-F14D-D57BEFE47FCA}"/>
          </ac:spMkLst>
        </pc:spChg>
        <pc:spChg chg="mod">
          <ac:chgData name="Michael Hill" userId="41dba03d-e58d-4389-9894-554c10310ba4" providerId="ADAL" clId="{EF23FE1D-A042-481E-AFD7-2A9FB0847F54}" dt="2026-10-20T18:44:52.157" v="1222" actId="1076"/>
          <ac:spMkLst>
            <pc:docMk/>
            <pc:sldMk cId="2192650716" sldId="265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0T18:45:29.801" v="1275" actId="20577"/>
        <pc:sldMkLst>
          <pc:docMk/>
          <pc:sldMk cId="2192650716" sldId="266"/>
        </pc:sldMkLst>
        <pc:spChg chg="mod">
          <ac:chgData name="Michael Hill" userId="41dba03d-e58d-4389-9894-554c10310ba4" providerId="ADAL" clId="{EF23FE1D-A042-481E-AFD7-2A9FB0847F54}" dt="2026-10-20T18:45:29.801" v="1275" actId="20577"/>
          <ac:spMkLst>
            <pc:docMk/>
            <pc:sldMk cId="2192650716" sldId="266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0T19:30:39.293" v="1471" actId="20577"/>
        <pc:sldMkLst>
          <pc:docMk/>
          <pc:sldMk cId="2192650716" sldId="267"/>
        </pc:sldMkLst>
        <pc:spChg chg="mod">
          <ac:chgData name="Michael Hill" userId="41dba03d-e58d-4389-9894-554c10310ba4" providerId="ADAL" clId="{EF23FE1D-A042-481E-AFD7-2A9FB0847F54}" dt="2026-10-20T19:30:39.293" v="1471" actId="20577"/>
          <ac:spMkLst>
            <pc:docMk/>
            <pc:sldMk cId="2192650716" sldId="267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0T19:32:53.234" v="1765" actId="20577"/>
        <pc:sldMkLst>
          <pc:docMk/>
          <pc:sldMk cId="2192650716" sldId="268"/>
        </pc:sldMkLst>
        <pc:spChg chg="mod">
          <ac:chgData name="Michael Hill" userId="41dba03d-e58d-4389-9894-554c10310ba4" providerId="ADAL" clId="{EF23FE1D-A042-481E-AFD7-2A9FB0847F54}" dt="2026-10-20T19:32:53.234" v="1765" actId="20577"/>
          <ac:spMkLst>
            <pc:docMk/>
            <pc:sldMk cId="2192650716" sldId="268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0T19:34:24.286" v="1766" actId="20577"/>
        <pc:sldMkLst>
          <pc:docMk/>
          <pc:sldMk cId="2192650716" sldId="270"/>
        </pc:sldMkLst>
        <pc:spChg chg="mod">
          <ac:chgData name="Michael Hill" userId="41dba03d-e58d-4389-9894-554c10310ba4" providerId="ADAL" clId="{EF23FE1D-A042-481E-AFD7-2A9FB0847F54}" dt="2026-10-20T19:34:24.286" v="1766" actId="20577"/>
          <ac:spMkLst>
            <pc:docMk/>
            <pc:sldMk cId="2192650716" sldId="270"/>
            <ac:spMk id="16" creationId="{104F567A-E19C-74A7-B049-CF176EB9CF80}"/>
          </ac:spMkLst>
        </pc:spChg>
      </pc:sldChg>
      <pc:sldChg chg="modSp mod">
        <pc:chgData name="Michael Hill" userId="41dba03d-e58d-4389-9894-554c10310ba4" providerId="ADAL" clId="{EF23FE1D-A042-481E-AFD7-2A9FB0847F54}" dt="2026-10-20T19:25:24.299" v="1401" actId="20577"/>
        <pc:sldMkLst>
          <pc:docMk/>
          <pc:sldMk cId="2192650716" sldId="271"/>
        </pc:sldMkLst>
        <pc:spChg chg="mod">
          <ac:chgData name="Michael Hill" userId="41dba03d-e58d-4389-9894-554c10310ba4" providerId="ADAL" clId="{EF23FE1D-A042-481E-AFD7-2A9FB0847F54}" dt="2026-10-20T19:25:24.299" v="1401" actId="20577"/>
          <ac:spMkLst>
            <pc:docMk/>
            <pc:sldMk cId="2192650716" sldId="271"/>
            <ac:spMk id="16" creationId="{104F567A-E19C-74A7-B049-CF176EB9CF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They have done this before, on paper, in September.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 Lab 2-1 back first. Same program, only the spelling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Say the = line twice. They will still write 'equal to' in the last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Type the typo yourself. Let them read the NameError before you explain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It's printed on their lab. Give them the silence to actually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comma is the only new thing today. Say it once,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Stop presenting. Walk. Thirty-second whole-room stop only if half are stuck on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D1 is the one you already broke for them. D3 is worth taking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295608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740664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ONE NAME, ONE VALUE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94751" y="-221055"/>
            <a:ext cx="2593271" cy="2593271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Warm Up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Yesterday, In Python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It Back Together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Variables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Getting values from variables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Shape Of It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Your Turn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Breaking It On Purpose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Before You Leave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23317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Laptops open, Lab 2-2 downloaded, before I start talking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BUILT TO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  <a:alpha val="0"/>
                </a:schemeClr>
              </a:gs>
              <a:gs pos="100000">
                <a:schemeClr val="accent3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HIDDEN WORLD (CUBICATED) - SONIC LOST WORLD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lines with one variable, lives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SET lives TO 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SET lives TO 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SHOW lives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number appears on screen?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Answer: </a:t>
            </a:r>
            <a:r>
              <a:rPr lang="en-US" sz="2400" dirty="0"/>
              <a:t>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Line 2 put a new value into the same variable, so the 3 is gone for good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variable holds one thing at a time. It doesn’t keep a record of what used to be in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Which is exactly what we’re doing with variables today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61111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28776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YESTERDAY, IN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6002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is Monday’s Program A. Nothing new has happened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only thing that changed is the spelling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But, Python’s is shorter!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3528000"/>
            <a:ext cx="11000232" cy="2845091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bonus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bonus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bonus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(score)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(bonus)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58368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26033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PUT IT BACK TOGETHER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88825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Here are those lines scrambled, write the order in letters is was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There are two lines that are interchangeable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Once you have all of the letters in order, open up PyCharm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2-2 SKILL CHECK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5" name="Rectangle 1"/>
          <p:cNvSpPr/>
          <p:nvPr/>
        </p:nvSpPr>
        <p:spPr>
          <a:xfrm>
            <a:off x="594360" y="3986047"/>
            <a:ext cx="11000232" cy="261795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   print(bonus)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    score = score + 3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    bonus = 5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    print(score)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    score = 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    bonus = 1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    score = score + bonus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11379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79463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VARIABLES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6"/>
            <a:ext cx="11116415" cy="280173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10000"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i="1" dirty="0">
                <a:solidFill>
                  <a:srgbClr val="FF66C4"/>
                </a:solidFill>
              </a:rPr>
              <a:t>variable</a:t>
            </a:r>
            <a:r>
              <a:rPr lang="en-US" sz="2400" dirty="0"/>
              <a:t> is a name with one value attached, and you pick the name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name cannot have spaces or begin with a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represents a location in memory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= is an </a:t>
            </a:r>
            <a:r>
              <a:rPr lang="en-US" sz="2400" b="1" i="1" dirty="0">
                <a:solidFill>
                  <a:srgbClr val="FF66C4"/>
                </a:solidFill>
              </a:rPr>
              <a:t>assignment,</a:t>
            </a:r>
            <a:r>
              <a:rPr lang="en-US" sz="2400" dirty="0"/>
              <a:t> It means ‘store this value in this variable’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does NOT mean equal to. This </a:t>
            </a:r>
            <a:r>
              <a:rPr lang="en-US" sz="2400" dirty="0" err="1"/>
              <a:t>ain’t</a:t>
            </a:r>
            <a:r>
              <a:rPr lang="en-US" sz="2400" dirty="0"/>
              <a:t> math class darn-</a:t>
            </a:r>
            <a:r>
              <a:rPr lang="en-US" sz="2400" dirty="0" err="1"/>
              <a:t>tootin</a:t>
            </a:r>
            <a:r>
              <a:rPr lang="en-US" sz="2400" dirty="0"/>
              <a:t>’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Open your laptops and your PyCharm install, create a new script (either 2-2.py, day 19.py, or variables.py), then type these lines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Rectangle 1"/>
          <p:cNvSpPr/>
          <p:nvPr/>
        </p:nvSpPr>
        <p:spPr>
          <a:xfrm>
            <a:off x="594360" y="4747202"/>
            <a:ext cx="11000232" cy="1717605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"Michael"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Store a new value into a variable and the old value is gone forever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 hiding underneath – gone for good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 these two lines under the first two and run it again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get two different names out of what is the exact same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"Michael"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"Somebody else"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17F1AE-E2EF-CA34-C3F4-4826AAD1716E}"/>
              </a:ext>
            </a:extLst>
          </p:cNvPr>
          <p:cNvSpPr/>
          <p:nvPr/>
        </p:nvSpPr>
        <p:spPr>
          <a:xfrm>
            <a:off x="311379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868C8E-D694-2841-70DE-C31ADFD7DA49}"/>
              </a:ext>
            </a:extLst>
          </p:cNvPr>
          <p:cNvSpPr/>
          <p:nvPr/>
        </p:nvSpPr>
        <p:spPr>
          <a:xfrm>
            <a:off x="112344" y="93525"/>
            <a:ext cx="3794638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952382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20467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GETTING VALUES FROM VARIABLES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These two lines are not the same instruction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shows what is in the variable, and the other shows a simple word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spell a variable name wrong, Python will give you a </a:t>
            </a:r>
            <a:r>
              <a:rPr lang="en-US" sz="2400" dirty="0" err="1"/>
              <a:t>NameError</a:t>
            </a:r>
            <a:endParaRPr lang="en-US" sz="2400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means Python has never heard of that name, usually due to a typo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Run this code and tell me what it does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8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"name"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66344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400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SHAPE OF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6002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line starting with # is a comment, meaning Python ignores it when running your program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means that you can leave labels in your code without breaking 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Rectangle 1"/>
          <p:cNvSpPr/>
          <p:nvPr/>
        </p:nvSpPr>
        <p:spPr>
          <a:xfrm>
            <a:off x="594360" y="3528000"/>
            <a:ext cx="11000232" cy="3117897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MAKE THE VARIABLES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player =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"Sam"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CHANGE THEIR VALUES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SHOW THEIR VALUES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(player)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(score)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66344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400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SHAPE OF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94360" y="1145483"/>
            <a:ext cx="11116415" cy="2242101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Read the two middle lines right to left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Python works out score + 10 first, then puts the answer back into score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After both of them score holds 15. The word score twice on one line is not a mistake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last two lines have no quotes, so you get what they hold. Sam, then 15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33CE99F-E693-C259-F14D-D57BEFE47FCA}"/>
              </a:ext>
            </a:extLst>
          </p:cNvPr>
          <p:cNvSpPr/>
          <p:nvPr/>
        </p:nvSpPr>
        <p:spPr>
          <a:xfrm>
            <a:off x="594360" y="3528000"/>
            <a:ext cx="11000232" cy="3117897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MAKE THE VARIABLES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player =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"Sam"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CHANGE THEIR VALUES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SHOW THEIR VALUES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(player)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(score)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66344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400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SHAPE OF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94360" y="1145483"/>
            <a:ext cx="11116415" cy="2242101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last one has TWO variables in a single print, with a comma between them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print, both values, and Python puts the space in for you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33CE99F-E693-C259-F14D-D57BEFE47FCA}"/>
              </a:ext>
            </a:extLst>
          </p:cNvPr>
          <p:cNvSpPr/>
          <p:nvPr/>
        </p:nvSpPr>
        <p:spPr>
          <a:xfrm>
            <a:off x="594360" y="3528000"/>
            <a:ext cx="11000232" cy="3237897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MAKE THE VARIABLES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player =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"Sam"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CHANGE THEIR VALUES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 = score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SHOW THEIR VALUES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(player)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(score)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(player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score)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99008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66674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Write three short programs on your lab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Work out what each will print BEFORE you run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2-2 SKILL CHECKS 2, 3 AND 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99008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666744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TURN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Now create three variables on your own, and make sure one of them stores a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Then create one printed line that shows all three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format is still on your lab if you forgot how to do this by now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2-2 SKILL CHECK 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14146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81812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BREAKING IT ON 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Now on to part D. These are the errors we will be on blind dates with for the foreseeable future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Try to print a variable that doesn’t exist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Try to name a variable 2fast and see what Python says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Decide which of the six names for variables Python will accept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of the names is accepted but a poor variable name, which one and why?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2-2 PART 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25780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93445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Upload Lab 2-2 to ManageBac as Surname_Lab2-2, finished or not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Last question at the bottom: what does = actually tell the computer to do?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may not use the words equal to. That’s the whole point of the question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Highlight the Day 20 rows on your vocabulary sheet. Four words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Friday: we make the program ask you something instead of us telling 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3503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11695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VOCAB TO REMEMBER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Variable</a:t>
            </a:r>
            <a:r>
              <a:rPr lang="en-US" sz="2400" dirty="0"/>
              <a:t> - a name with one value attached, and the name is yours to choose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Assignment</a:t>
            </a:r>
            <a:r>
              <a:rPr lang="en-US" sz="2400" dirty="0"/>
              <a:t> - the = that puts a value into a variable. Not equal to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1213</Words>
  <Application>Microsoft Office PowerPoint</Application>
  <PresentationFormat>Widescreen</PresentationFormat>
  <Paragraphs>110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Bahnschrift</vt:lpstr>
      <vt:lpstr>Calibri</vt:lpstr>
      <vt:lpstr>Cascadia Code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2026-08-13T18:52:07Z</dcterms:created>
  <dcterms:modified xsi:type="dcterms:W3CDTF">2026-10-20T19:34:34Z</dcterms:modified>
</cp:coreProperties>
</file>