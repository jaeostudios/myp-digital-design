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323" r:id="rId5"/>
    <p:sldId id="279" r:id="rId6"/>
    <p:sldId id="324" r:id="rId7"/>
    <p:sldId id="325" r:id="rId8"/>
    <p:sldId id="326" r:id="rId9"/>
    <p:sldId id="327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6" r:id="rId38"/>
    <p:sldId id="35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CB7FFF-D01A-4D01-929D-0F7A8770E947}" v="14" dt="2026-08-17T17:25:01.5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60" d="100"/>
          <a:sy n="60" d="100"/>
        </p:scale>
        <p:origin x="1392" y="8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8-17T17:27:50.263" v="6108" actId="20577"/>
      <pc:docMkLst>
        <pc:docMk/>
      </pc:docMkLst>
      <pc:sldChg chg="modSp mod">
        <pc:chgData name="Michael Hill" userId="41dba03d-e58d-4389-9894-554c10310ba4" providerId="ADAL" clId="{EF23FE1D-A042-481E-AFD7-2A9FB0847F54}" dt="2026-08-17T16:16:55.978" v="126" actId="20577"/>
        <pc:sldMkLst>
          <pc:docMk/>
          <pc:sldMk cId="3346394562" sldId="256"/>
        </pc:sldMkLst>
        <pc:spChg chg="mod">
          <ac:chgData name="Michael Hill" userId="41dba03d-e58d-4389-9894-554c10310ba4" providerId="ADAL" clId="{EF23FE1D-A042-481E-AFD7-2A9FB0847F54}" dt="2026-08-17T16:14:41.347" v="26" actId="14100"/>
          <ac:spMkLst>
            <pc:docMk/>
            <pc:sldMk cId="3346394562" sldId="256"/>
            <ac:spMk id="12" creationId="{019215A8-6C2C-22D9-03C2-41E38104D972}"/>
          </ac:spMkLst>
        </pc:spChg>
        <pc:spChg chg="mod">
          <ac:chgData name="Michael Hill" userId="41dba03d-e58d-4389-9894-554c10310ba4" providerId="ADAL" clId="{EF23FE1D-A042-481E-AFD7-2A9FB0847F54}" dt="2026-08-17T16:14:33.179" v="1" actId="20577"/>
          <ac:spMkLst>
            <pc:docMk/>
            <pc:sldMk cId="3346394562" sldId="256"/>
            <ac:spMk id="15" creationId="{3B5E4966-129D-0E9B-593A-7270EC6C0EA0}"/>
          </ac:spMkLst>
        </pc:spChg>
        <pc:spChg chg="mod">
          <ac:chgData name="Michael Hill" userId="41dba03d-e58d-4389-9894-554c10310ba4" providerId="ADAL" clId="{EF23FE1D-A042-481E-AFD7-2A9FB0847F54}" dt="2026-08-17T16:16:55.978" v="126" actId="20577"/>
          <ac:spMkLst>
            <pc:docMk/>
            <pc:sldMk cId="3346394562" sldId="256"/>
            <ac:spMk id="16" creationId="{17204734-3FD9-9A03-0700-AC2D2E083E4F}"/>
          </ac:spMkLst>
        </pc:spChg>
      </pc:sldChg>
      <pc:sldChg chg="modSp mod">
        <pc:chgData name="Michael Hill" userId="41dba03d-e58d-4389-9894-554c10310ba4" providerId="ADAL" clId="{EF23FE1D-A042-481E-AFD7-2A9FB0847F54}" dt="2026-08-17T16:17:14.842" v="147" actId="20577"/>
        <pc:sldMkLst>
          <pc:docMk/>
          <pc:sldMk cId="2259809939" sldId="277"/>
        </pc:sldMkLst>
        <pc:spChg chg="mod">
          <ac:chgData name="Michael Hill" userId="41dba03d-e58d-4389-9894-554c10310ba4" providerId="ADAL" clId="{EF23FE1D-A042-481E-AFD7-2A9FB0847F54}" dt="2026-08-17T16:17:14.842" v="147" actId="20577"/>
          <ac:spMkLst>
            <pc:docMk/>
            <pc:sldMk cId="2259809939" sldId="277"/>
            <ac:spMk id="16" creationId="{C55A0244-1BC8-8E42-6B7D-82C4CF2062A7}"/>
          </ac:spMkLst>
        </pc:spChg>
      </pc:sldChg>
      <pc:sldChg chg="modSp mod modShow">
        <pc:chgData name="Michael Hill" userId="41dba03d-e58d-4389-9894-554c10310ba4" providerId="ADAL" clId="{EF23FE1D-A042-481E-AFD7-2A9FB0847F54}" dt="2026-08-17T16:18:06.886" v="296" actId="20577"/>
        <pc:sldMkLst>
          <pc:docMk/>
          <pc:sldMk cId="765738410" sldId="278"/>
        </pc:sldMkLst>
        <pc:spChg chg="mod">
          <ac:chgData name="Michael Hill" userId="41dba03d-e58d-4389-9894-554c10310ba4" providerId="ADAL" clId="{EF23FE1D-A042-481E-AFD7-2A9FB0847F54}" dt="2026-08-17T16:18:06.886" v="296" actId="20577"/>
          <ac:spMkLst>
            <pc:docMk/>
            <pc:sldMk cId="765738410" sldId="278"/>
            <ac:spMk id="16" creationId="{B6D78EC0-C434-6C9A-680F-50F331E55037}"/>
          </ac:spMkLst>
        </pc:spChg>
      </pc:sldChg>
      <pc:sldChg chg="addSp modSp mod">
        <pc:chgData name="Michael Hill" userId="41dba03d-e58d-4389-9894-554c10310ba4" providerId="ADAL" clId="{EF23FE1D-A042-481E-AFD7-2A9FB0847F54}" dt="2026-08-17T16:24:20.305" v="638" actId="20577"/>
        <pc:sldMkLst>
          <pc:docMk/>
          <pc:sldMk cId="47545580" sldId="279"/>
        </pc:sldMkLst>
        <pc:spChg chg="mod">
          <ac:chgData name="Michael Hill" userId="41dba03d-e58d-4389-9894-554c10310ba4" providerId="ADAL" clId="{EF23FE1D-A042-481E-AFD7-2A9FB0847F54}" dt="2026-08-17T16:18:43.609" v="378" actId="20577"/>
          <ac:spMkLst>
            <pc:docMk/>
            <pc:sldMk cId="47545580" sldId="279"/>
            <ac:spMk id="12" creationId="{755EE5B0-0EE8-926D-8BD8-C4AFB23699BC}"/>
          </ac:spMkLst>
        </pc:spChg>
        <pc:spChg chg="mod">
          <ac:chgData name="Michael Hill" userId="41dba03d-e58d-4389-9894-554c10310ba4" providerId="ADAL" clId="{EF23FE1D-A042-481E-AFD7-2A9FB0847F54}" dt="2026-08-17T16:24:20.305" v="638" actId="20577"/>
          <ac:spMkLst>
            <pc:docMk/>
            <pc:sldMk cId="47545580" sldId="279"/>
            <ac:spMk id="16" creationId="{4E1C4EE9-697D-2D83-7DCE-AAEE96BDDB97}"/>
          </ac:spMkLst>
        </pc:spChg>
        <pc:picChg chg="add mod">
          <ac:chgData name="Michael Hill" userId="41dba03d-e58d-4389-9894-554c10310ba4" providerId="ADAL" clId="{EF23FE1D-A042-481E-AFD7-2A9FB0847F54}" dt="2026-08-17T16:19:45.049" v="477" actId="1076"/>
          <ac:picMkLst>
            <pc:docMk/>
            <pc:sldMk cId="47545580" sldId="279"/>
            <ac:picMk id="5" creationId="{19E6C767-27C6-A51B-C969-70956E1DCF0C}"/>
          </ac:picMkLst>
        </pc:picChg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1561374385" sldId="289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842161029" sldId="290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083805012" sldId="291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1122610140" sldId="292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81030203" sldId="293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4157659712" sldId="294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3021256781" sldId="295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03153072" sldId="296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4010495952" sldId="297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530683723" sldId="298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1649291882" sldId="299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732187400" sldId="300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473413766" sldId="301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3231734351" sldId="302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3468437193" sldId="303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192650716" sldId="304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511243" sldId="305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713445811" sldId="306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3934829719" sldId="307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631038492" sldId="308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921624082" sldId="309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405721443" sldId="310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834303849" sldId="311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1715714476" sldId="312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912088711" sldId="313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4152522032" sldId="314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3016746545" sldId="315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1439584791" sldId="316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627517892" sldId="317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3918056586" sldId="318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2883402745" sldId="319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913790490" sldId="320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3110449579" sldId="321"/>
        </pc:sldMkLst>
      </pc:sldChg>
      <pc:sldChg chg="del">
        <pc:chgData name="Michael Hill" userId="41dba03d-e58d-4389-9894-554c10310ba4" providerId="ADAL" clId="{EF23FE1D-A042-481E-AFD7-2A9FB0847F54}" dt="2026-08-17T16:18:35.078" v="361" actId="47"/>
        <pc:sldMkLst>
          <pc:docMk/>
          <pc:sldMk cId="361663154" sldId="322"/>
        </pc:sldMkLst>
      </pc:sldChg>
      <pc:sldChg chg="modSp add mod">
        <pc:chgData name="Michael Hill" userId="41dba03d-e58d-4389-9894-554c10310ba4" providerId="ADAL" clId="{EF23FE1D-A042-481E-AFD7-2A9FB0847F54}" dt="2026-08-17T16:18:21.726" v="358" actId="20577"/>
        <pc:sldMkLst>
          <pc:docMk/>
          <pc:sldMk cId="3549784826" sldId="323"/>
        </pc:sldMkLst>
        <pc:spChg chg="mod">
          <ac:chgData name="Michael Hill" userId="41dba03d-e58d-4389-9894-554c10310ba4" providerId="ADAL" clId="{EF23FE1D-A042-481E-AFD7-2A9FB0847F54}" dt="2026-08-17T16:18:21.726" v="358" actId="20577"/>
          <ac:spMkLst>
            <pc:docMk/>
            <pc:sldMk cId="3549784826" sldId="323"/>
            <ac:spMk id="16" creationId="{C5BDA6FA-EDAA-A015-E1EB-77814FC5DDC9}"/>
          </ac:spMkLst>
        </pc:spChg>
      </pc:sldChg>
      <pc:sldChg chg="modSp add mod">
        <pc:chgData name="Michael Hill" userId="41dba03d-e58d-4389-9894-554c10310ba4" providerId="ADAL" clId="{EF23FE1D-A042-481E-AFD7-2A9FB0847F54}" dt="2026-08-17T16:24:44.787" v="759" actId="20577"/>
        <pc:sldMkLst>
          <pc:docMk/>
          <pc:sldMk cId="639995337" sldId="324"/>
        </pc:sldMkLst>
        <pc:spChg chg="mod">
          <ac:chgData name="Michael Hill" userId="41dba03d-e58d-4389-9894-554c10310ba4" providerId="ADAL" clId="{EF23FE1D-A042-481E-AFD7-2A9FB0847F54}" dt="2026-08-17T16:24:44.787" v="759" actId="20577"/>
          <ac:spMkLst>
            <pc:docMk/>
            <pc:sldMk cId="639995337" sldId="324"/>
            <ac:spMk id="16" creationId="{F0801E48-3F61-867F-A1F0-AC29997D76C8}"/>
          </ac:spMkLst>
        </pc:spChg>
      </pc:sldChg>
      <pc:sldChg chg="add del">
        <pc:chgData name="Michael Hill" userId="41dba03d-e58d-4389-9894-554c10310ba4" providerId="ADAL" clId="{EF23FE1D-A042-481E-AFD7-2A9FB0847F54}" dt="2026-08-17T16:18:27.982" v="360" actId="2890"/>
        <pc:sldMkLst>
          <pc:docMk/>
          <pc:sldMk cId="1071685543" sldId="324"/>
        </pc:sldMkLst>
      </pc:sldChg>
      <pc:sldChg chg="modSp add mod">
        <pc:chgData name="Michael Hill" userId="41dba03d-e58d-4389-9894-554c10310ba4" providerId="ADAL" clId="{EF23FE1D-A042-481E-AFD7-2A9FB0847F54}" dt="2026-08-17T16:25:07.715" v="793" actId="20577"/>
        <pc:sldMkLst>
          <pc:docMk/>
          <pc:sldMk cId="1560887110" sldId="325"/>
        </pc:sldMkLst>
        <pc:spChg chg="mod">
          <ac:chgData name="Michael Hill" userId="41dba03d-e58d-4389-9894-554c10310ba4" providerId="ADAL" clId="{EF23FE1D-A042-481E-AFD7-2A9FB0847F54}" dt="2026-08-17T16:25:07.715" v="793" actId="20577"/>
          <ac:spMkLst>
            <pc:docMk/>
            <pc:sldMk cId="1560887110" sldId="325"/>
            <ac:spMk id="16" creationId="{92D245B9-375A-E433-46F7-6E64BEF83718}"/>
          </ac:spMkLst>
        </pc:spChg>
      </pc:sldChg>
      <pc:sldChg chg="addSp delSp modSp add mod">
        <pc:chgData name="Michael Hill" userId="41dba03d-e58d-4389-9894-554c10310ba4" providerId="ADAL" clId="{EF23FE1D-A042-481E-AFD7-2A9FB0847F54}" dt="2026-08-17T16:27:03.992" v="920" actId="1076"/>
        <pc:sldMkLst>
          <pc:docMk/>
          <pc:sldMk cId="3941413093" sldId="326"/>
        </pc:sldMkLst>
        <pc:spChg chg="add del mod">
          <ac:chgData name="Michael Hill" userId="41dba03d-e58d-4389-9894-554c10310ba4" providerId="ADAL" clId="{EF23FE1D-A042-481E-AFD7-2A9FB0847F54}" dt="2026-08-17T16:26:50.101" v="915"/>
          <ac:spMkLst>
            <pc:docMk/>
            <pc:sldMk cId="3941413093" sldId="326"/>
            <ac:spMk id="4" creationId="{13446303-C57A-5B0C-0D73-D4BFC44A7FDC}"/>
          </ac:spMkLst>
        </pc:spChg>
        <pc:spChg chg="mod">
          <ac:chgData name="Michael Hill" userId="41dba03d-e58d-4389-9894-554c10310ba4" providerId="ADAL" clId="{EF23FE1D-A042-481E-AFD7-2A9FB0847F54}" dt="2026-08-17T16:27:01.385" v="919" actId="14100"/>
          <ac:spMkLst>
            <pc:docMk/>
            <pc:sldMk cId="3941413093" sldId="326"/>
            <ac:spMk id="16" creationId="{6B28ED23-29D1-9A39-4D65-4638256FFEAB}"/>
          </ac:spMkLst>
        </pc:spChg>
        <pc:graphicFrameChg chg="add mod modGraphic">
          <ac:chgData name="Michael Hill" userId="41dba03d-e58d-4389-9894-554c10310ba4" providerId="ADAL" clId="{EF23FE1D-A042-481E-AFD7-2A9FB0847F54}" dt="2026-08-17T16:27:03.992" v="920" actId="1076"/>
          <ac:graphicFrameMkLst>
            <pc:docMk/>
            <pc:sldMk cId="3941413093" sldId="326"/>
            <ac:graphicFrameMk id="2" creationId="{12EEE34A-BD9B-0822-AA2A-F98E8DF0A928}"/>
          </ac:graphicFrameMkLst>
        </pc:graphicFrameChg>
        <pc:picChg chg="del">
          <ac:chgData name="Michael Hill" userId="41dba03d-e58d-4389-9894-554c10310ba4" providerId="ADAL" clId="{EF23FE1D-A042-481E-AFD7-2A9FB0847F54}" dt="2026-08-17T16:26:25.665" v="906" actId="478"/>
          <ac:picMkLst>
            <pc:docMk/>
            <pc:sldMk cId="3941413093" sldId="326"/>
            <ac:picMk id="5" creationId="{417603AF-2275-EB23-D823-232A3B772C6A}"/>
          </ac:picMkLst>
        </pc:picChg>
        <pc:picChg chg="add mod modCrop">
          <ac:chgData name="Michael Hill" userId="41dba03d-e58d-4389-9894-554c10310ba4" providerId="ADAL" clId="{EF23FE1D-A042-481E-AFD7-2A9FB0847F54}" dt="2026-08-17T16:26:59.709" v="918" actId="1076"/>
          <ac:picMkLst>
            <pc:docMk/>
            <pc:sldMk cId="3941413093" sldId="326"/>
            <ac:picMk id="6" creationId="{635872E3-BCD8-015E-3A1B-AACBAB929497}"/>
          </ac:picMkLst>
        </pc:picChg>
      </pc:sldChg>
      <pc:sldChg chg="modSp add mod">
        <pc:chgData name="Michael Hill" userId="41dba03d-e58d-4389-9894-554c10310ba4" providerId="ADAL" clId="{EF23FE1D-A042-481E-AFD7-2A9FB0847F54}" dt="2026-08-17T16:28:26.705" v="983" actId="20577"/>
        <pc:sldMkLst>
          <pc:docMk/>
          <pc:sldMk cId="3882138692" sldId="327"/>
        </pc:sldMkLst>
        <pc:spChg chg="mod">
          <ac:chgData name="Michael Hill" userId="41dba03d-e58d-4389-9894-554c10310ba4" providerId="ADAL" clId="{EF23FE1D-A042-481E-AFD7-2A9FB0847F54}" dt="2026-08-17T16:28:26.705" v="983" actId="20577"/>
          <ac:spMkLst>
            <pc:docMk/>
            <pc:sldMk cId="3882138692" sldId="327"/>
            <ac:spMk id="16" creationId="{3F6389A1-8DFF-3B1B-CBA9-1C1B70518293}"/>
          </ac:spMkLst>
        </pc:spChg>
      </pc:sldChg>
      <pc:sldChg chg="modSp add del mod">
        <pc:chgData name="Michael Hill" userId="41dba03d-e58d-4389-9894-554c10310ba4" providerId="ADAL" clId="{EF23FE1D-A042-481E-AFD7-2A9FB0847F54}" dt="2026-08-17T16:32:16.739" v="1121" actId="47"/>
        <pc:sldMkLst>
          <pc:docMk/>
          <pc:sldMk cId="2429762523" sldId="328"/>
        </pc:sldMkLst>
        <pc:spChg chg="mod">
          <ac:chgData name="Michael Hill" userId="41dba03d-e58d-4389-9894-554c10310ba4" providerId="ADAL" clId="{EF23FE1D-A042-481E-AFD7-2A9FB0847F54}" dt="2026-08-17T16:30:41.408" v="1098" actId="20577"/>
          <ac:spMkLst>
            <pc:docMk/>
            <pc:sldMk cId="2429762523" sldId="328"/>
            <ac:spMk id="16" creationId="{A73C05B4-D80E-5BEB-BF25-5CD233B9A688}"/>
          </ac:spMkLst>
        </pc:spChg>
      </pc:sldChg>
      <pc:sldChg chg="modSp add mod">
        <pc:chgData name="Michael Hill" userId="41dba03d-e58d-4389-9894-554c10310ba4" providerId="ADAL" clId="{EF23FE1D-A042-481E-AFD7-2A9FB0847F54}" dt="2026-08-17T16:32:12.385" v="1120" actId="113"/>
        <pc:sldMkLst>
          <pc:docMk/>
          <pc:sldMk cId="3612663850" sldId="329"/>
        </pc:sldMkLst>
        <pc:spChg chg="mod">
          <ac:chgData name="Michael Hill" userId="41dba03d-e58d-4389-9894-554c10310ba4" providerId="ADAL" clId="{EF23FE1D-A042-481E-AFD7-2A9FB0847F54}" dt="2026-08-17T16:32:12.385" v="1120" actId="113"/>
          <ac:spMkLst>
            <pc:docMk/>
            <pc:sldMk cId="3612663850" sldId="329"/>
            <ac:spMk id="16" creationId="{C8CD296E-F0B7-50A7-3224-6D3667C60787}"/>
          </ac:spMkLst>
        </pc:spChg>
      </pc:sldChg>
      <pc:sldChg chg="modSp add mod">
        <pc:chgData name="Michael Hill" userId="41dba03d-e58d-4389-9894-554c10310ba4" providerId="ADAL" clId="{EF23FE1D-A042-481E-AFD7-2A9FB0847F54}" dt="2026-08-17T16:32:27.568" v="1175" actId="20577"/>
        <pc:sldMkLst>
          <pc:docMk/>
          <pc:sldMk cId="1656159214" sldId="330"/>
        </pc:sldMkLst>
        <pc:spChg chg="mod">
          <ac:chgData name="Michael Hill" userId="41dba03d-e58d-4389-9894-554c10310ba4" providerId="ADAL" clId="{EF23FE1D-A042-481E-AFD7-2A9FB0847F54}" dt="2026-08-17T16:32:27.568" v="1175" actId="20577"/>
          <ac:spMkLst>
            <pc:docMk/>
            <pc:sldMk cId="1656159214" sldId="330"/>
            <ac:spMk id="16" creationId="{43A7DA12-FD7C-EFE7-90E1-A42DFAC3C130}"/>
          </ac:spMkLst>
        </pc:spChg>
      </pc:sldChg>
      <pc:sldChg chg="addSp delSp modSp add mod">
        <pc:chgData name="Michael Hill" userId="41dba03d-e58d-4389-9894-554c10310ba4" providerId="ADAL" clId="{EF23FE1D-A042-481E-AFD7-2A9FB0847F54}" dt="2026-08-17T16:34:20.236" v="1406" actId="113"/>
        <pc:sldMkLst>
          <pc:docMk/>
          <pc:sldMk cId="4015703509" sldId="331"/>
        </pc:sldMkLst>
        <pc:spChg chg="mod">
          <ac:chgData name="Michael Hill" userId="41dba03d-e58d-4389-9894-554c10310ba4" providerId="ADAL" clId="{EF23FE1D-A042-481E-AFD7-2A9FB0847F54}" dt="2026-08-17T16:34:20.236" v="1406" actId="113"/>
          <ac:spMkLst>
            <pc:docMk/>
            <pc:sldMk cId="4015703509" sldId="331"/>
            <ac:spMk id="16" creationId="{03592A12-3E10-1DA7-8FDD-D329EB218121}"/>
          </ac:spMkLst>
        </pc:spChg>
        <pc:graphicFrameChg chg="mod">
          <ac:chgData name="Michael Hill" userId="41dba03d-e58d-4389-9894-554c10310ba4" providerId="ADAL" clId="{EF23FE1D-A042-481E-AFD7-2A9FB0847F54}" dt="2026-08-17T16:33:13.382" v="1364" actId="1076"/>
          <ac:graphicFrameMkLst>
            <pc:docMk/>
            <pc:sldMk cId="4015703509" sldId="331"/>
            <ac:graphicFrameMk id="2" creationId="{7F95DF6B-A08E-C92E-D534-1E10891C3DB0}"/>
          </ac:graphicFrameMkLst>
        </pc:graphicFrameChg>
        <pc:picChg chg="add mod">
          <ac:chgData name="Michael Hill" userId="41dba03d-e58d-4389-9894-554c10310ba4" providerId="ADAL" clId="{EF23FE1D-A042-481E-AFD7-2A9FB0847F54}" dt="2026-08-17T16:33:57.579" v="1403" actId="14100"/>
          <ac:picMkLst>
            <pc:docMk/>
            <pc:sldMk cId="4015703509" sldId="331"/>
            <ac:picMk id="4" creationId="{7C6BA217-2ED4-BAFB-390C-C8102B2F0538}"/>
          </ac:picMkLst>
        </pc:picChg>
        <pc:picChg chg="del">
          <ac:chgData name="Michael Hill" userId="41dba03d-e58d-4389-9894-554c10310ba4" providerId="ADAL" clId="{EF23FE1D-A042-481E-AFD7-2A9FB0847F54}" dt="2026-08-17T16:33:49.037" v="1397" actId="478"/>
          <ac:picMkLst>
            <pc:docMk/>
            <pc:sldMk cId="4015703509" sldId="331"/>
            <ac:picMk id="6" creationId="{49674AC0-A19A-763F-3248-F3C61F9552E2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8-17T16:36:00.502" v="1529" actId="14100"/>
        <pc:sldMkLst>
          <pc:docMk/>
          <pc:sldMk cId="4086327214" sldId="332"/>
        </pc:sldMkLst>
        <pc:spChg chg="mod">
          <ac:chgData name="Michael Hill" userId="41dba03d-e58d-4389-9894-554c10310ba4" providerId="ADAL" clId="{EF23FE1D-A042-481E-AFD7-2A9FB0847F54}" dt="2026-08-17T16:35:56.867" v="1527" actId="14100"/>
          <ac:spMkLst>
            <pc:docMk/>
            <pc:sldMk cId="4086327214" sldId="332"/>
            <ac:spMk id="16" creationId="{43A69D67-0546-58C3-697E-EBF8F199E840}"/>
          </ac:spMkLst>
        </pc:spChg>
        <pc:graphicFrameChg chg="mod">
          <ac:chgData name="Michael Hill" userId="41dba03d-e58d-4389-9894-554c10310ba4" providerId="ADAL" clId="{EF23FE1D-A042-481E-AFD7-2A9FB0847F54}" dt="2026-08-17T16:35:02.443" v="1519" actId="1076"/>
          <ac:graphicFrameMkLst>
            <pc:docMk/>
            <pc:sldMk cId="4086327214" sldId="332"/>
            <ac:graphicFrameMk id="2" creationId="{0DC7A43A-E34D-151C-8776-33F39585D62E}"/>
          </ac:graphicFrameMkLst>
        </pc:graphicFrameChg>
        <pc:picChg chg="del">
          <ac:chgData name="Michael Hill" userId="41dba03d-e58d-4389-9894-554c10310ba4" providerId="ADAL" clId="{EF23FE1D-A042-481E-AFD7-2A9FB0847F54}" dt="2026-08-17T16:34:53.926" v="1517" actId="478"/>
          <ac:picMkLst>
            <pc:docMk/>
            <pc:sldMk cId="4086327214" sldId="332"/>
            <ac:picMk id="4" creationId="{0C563C7C-CBB6-8761-CF7A-3F3C3B9F8038}"/>
          </ac:picMkLst>
        </pc:picChg>
        <pc:picChg chg="add del">
          <ac:chgData name="Michael Hill" userId="41dba03d-e58d-4389-9894-554c10310ba4" providerId="ADAL" clId="{EF23FE1D-A042-481E-AFD7-2A9FB0847F54}" dt="2026-08-17T16:35:48.284" v="1520" actId="478"/>
          <ac:picMkLst>
            <pc:docMk/>
            <pc:sldMk cId="4086327214" sldId="332"/>
            <ac:picMk id="6" creationId="{B807C6CC-D40F-ECFD-2417-56F3C1928BA2}"/>
          </ac:picMkLst>
        </pc:picChg>
        <pc:picChg chg="add mod">
          <ac:chgData name="Michael Hill" userId="41dba03d-e58d-4389-9894-554c10310ba4" providerId="ADAL" clId="{EF23FE1D-A042-481E-AFD7-2A9FB0847F54}" dt="2026-08-17T16:36:00.502" v="1529" actId="14100"/>
          <ac:picMkLst>
            <pc:docMk/>
            <pc:sldMk cId="4086327214" sldId="332"/>
            <ac:picMk id="7" creationId="{7F8B32FC-CB79-52D3-30B4-75CEFE8A7B6F}"/>
          </ac:picMkLst>
        </pc:picChg>
      </pc:sldChg>
      <pc:sldChg chg="addSp delSp modSp add mod ord">
        <pc:chgData name="Michael Hill" userId="41dba03d-e58d-4389-9894-554c10310ba4" providerId="ADAL" clId="{EF23FE1D-A042-481E-AFD7-2A9FB0847F54}" dt="2026-08-17T16:37:24.497" v="1594" actId="478"/>
        <pc:sldMkLst>
          <pc:docMk/>
          <pc:sldMk cId="2878291102" sldId="333"/>
        </pc:sldMkLst>
        <pc:spChg chg="mod">
          <ac:chgData name="Michael Hill" userId="41dba03d-e58d-4389-9894-554c10310ba4" providerId="ADAL" clId="{EF23FE1D-A042-481E-AFD7-2A9FB0847F54}" dt="2026-08-17T16:36:26.495" v="1556" actId="14100"/>
          <ac:spMkLst>
            <pc:docMk/>
            <pc:sldMk cId="2878291102" sldId="333"/>
            <ac:spMk id="12" creationId="{3DF4B3FF-26F9-E23D-0F9E-5E0DCD307B8E}"/>
          </ac:spMkLst>
        </pc:spChg>
        <pc:spChg chg="mod">
          <ac:chgData name="Michael Hill" userId="41dba03d-e58d-4389-9894-554c10310ba4" providerId="ADAL" clId="{EF23FE1D-A042-481E-AFD7-2A9FB0847F54}" dt="2026-08-17T16:36:28.326" v="1557" actId="1076"/>
          <ac:spMkLst>
            <pc:docMk/>
            <pc:sldMk cId="2878291102" sldId="333"/>
            <ac:spMk id="14" creationId="{9712D185-B330-F19A-56E8-FD79D5F82688}"/>
          </ac:spMkLst>
        </pc:spChg>
        <pc:spChg chg="mod">
          <ac:chgData name="Michael Hill" userId="41dba03d-e58d-4389-9894-554c10310ba4" providerId="ADAL" clId="{EF23FE1D-A042-481E-AFD7-2A9FB0847F54}" dt="2026-08-17T16:37:21.601" v="1593" actId="20577"/>
          <ac:spMkLst>
            <pc:docMk/>
            <pc:sldMk cId="2878291102" sldId="333"/>
            <ac:spMk id="16" creationId="{BC3DDDB8-EA4C-D3F8-62DB-26AE5C347540}"/>
          </ac:spMkLst>
        </pc:spChg>
        <pc:graphicFrameChg chg="del">
          <ac:chgData name="Michael Hill" userId="41dba03d-e58d-4389-9894-554c10310ba4" providerId="ADAL" clId="{EF23FE1D-A042-481E-AFD7-2A9FB0847F54}" dt="2026-08-17T16:37:24.497" v="1594" actId="478"/>
          <ac:graphicFrameMkLst>
            <pc:docMk/>
            <pc:sldMk cId="2878291102" sldId="333"/>
            <ac:graphicFrameMk id="2" creationId="{1BAA8EE0-5289-5088-AC6E-BA035D601A97}"/>
          </ac:graphicFrameMkLst>
        </pc:graphicFrameChg>
        <pc:picChg chg="del">
          <ac:chgData name="Michael Hill" userId="41dba03d-e58d-4389-9894-554c10310ba4" providerId="ADAL" clId="{EF23FE1D-A042-481E-AFD7-2A9FB0847F54}" dt="2026-08-17T16:37:10.795" v="1558" actId="478"/>
          <ac:picMkLst>
            <pc:docMk/>
            <pc:sldMk cId="2878291102" sldId="333"/>
            <ac:picMk id="4" creationId="{F161121D-7E3B-7EC8-FD09-A4EA73FD1658}"/>
          </ac:picMkLst>
        </pc:picChg>
        <pc:picChg chg="add mod">
          <ac:chgData name="Michael Hill" userId="41dba03d-e58d-4389-9894-554c10310ba4" providerId="ADAL" clId="{EF23FE1D-A042-481E-AFD7-2A9FB0847F54}" dt="2026-08-17T16:37:16.063" v="1564" actId="1076"/>
          <ac:picMkLst>
            <pc:docMk/>
            <pc:sldMk cId="2878291102" sldId="333"/>
            <ac:picMk id="6" creationId="{7277DEFF-F7CA-65C3-E63F-016368E5C2CD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8-17T16:43:13.834" v="1822" actId="20577"/>
        <pc:sldMkLst>
          <pc:docMk/>
          <pc:sldMk cId="1875975165" sldId="334"/>
        </pc:sldMkLst>
        <pc:spChg chg="mod">
          <ac:chgData name="Michael Hill" userId="41dba03d-e58d-4389-9894-554c10310ba4" providerId="ADAL" clId="{EF23FE1D-A042-481E-AFD7-2A9FB0847F54}" dt="2026-08-17T16:43:13.834" v="1822" actId="20577"/>
          <ac:spMkLst>
            <pc:docMk/>
            <pc:sldMk cId="1875975165" sldId="334"/>
            <ac:spMk id="16" creationId="{DA46A99D-594A-4311-2330-67492B02646B}"/>
          </ac:spMkLst>
        </pc:spChg>
        <pc:picChg chg="add mod">
          <ac:chgData name="Michael Hill" userId="41dba03d-e58d-4389-9894-554c10310ba4" providerId="ADAL" clId="{EF23FE1D-A042-481E-AFD7-2A9FB0847F54}" dt="2026-08-17T16:39:18.409" v="1601" actId="1076"/>
          <ac:picMkLst>
            <pc:docMk/>
            <pc:sldMk cId="1875975165" sldId="334"/>
            <ac:picMk id="4" creationId="{161A035E-3282-5BCD-2FD7-1140E1671612}"/>
          </ac:picMkLst>
        </pc:picChg>
        <pc:picChg chg="del">
          <ac:chgData name="Michael Hill" userId="41dba03d-e58d-4389-9894-554c10310ba4" providerId="ADAL" clId="{EF23FE1D-A042-481E-AFD7-2A9FB0847F54}" dt="2026-08-17T16:39:13.329" v="1596" actId="478"/>
          <ac:picMkLst>
            <pc:docMk/>
            <pc:sldMk cId="1875975165" sldId="334"/>
            <ac:picMk id="6" creationId="{6FEAC7C5-2E5C-C937-8D14-84D93265519C}"/>
          </ac:picMkLst>
        </pc:picChg>
      </pc:sldChg>
      <pc:sldChg chg="modSp add del mod">
        <pc:chgData name="Michael Hill" userId="41dba03d-e58d-4389-9894-554c10310ba4" providerId="ADAL" clId="{EF23FE1D-A042-481E-AFD7-2A9FB0847F54}" dt="2026-08-17T16:41:01.410" v="1706" actId="47"/>
        <pc:sldMkLst>
          <pc:docMk/>
          <pc:sldMk cId="679206751" sldId="335"/>
        </pc:sldMkLst>
        <pc:spChg chg="mod">
          <ac:chgData name="Michael Hill" userId="41dba03d-e58d-4389-9894-554c10310ba4" providerId="ADAL" clId="{EF23FE1D-A042-481E-AFD7-2A9FB0847F54}" dt="2026-08-17T16:40:38.280" v="1705" actId="5793"/>
          <ac:spMkLst>
            <pc:docMk/>
            <pc:sldMk cId="679206751" sldId="335"/>
            <ac:spMk id="16" creationId="{B76CE4E5-05C9-DDE8-03E6-36ADF61C7B90}"/>
          </ac:spMkLst>
        </pc:spChg>
      </pc:sldChg>
      <pc:sldChg chg="addSp delSp modSp add mod">
        <pc:chgData name="Michael Hill" userId="41dba03d-e58d-4389-9894-554c10310ba4" providerId="ADAL" clId="{EF23FE1D-A042-481E-AFD7-2A9FB0847F54}" dt="2026-08-17T16:43:21.025" v="1825" actId="20577"/>
        <pc:sldMkLst>
          <pc:docMk/>
          <pc:sldMk cId="3060852270" sldId="335"/>
        </pc:sldMkLst>
        <pc:spChg chg="mod">
          <ac:chgData name="Michael Hill" userId="41dba03d-e58d-4389-9894-554c10310ba4" providerId="ADAL" clId="{EF23FE1D-A042-481E-AFD7-2A9FB0847F54}" dt="2026-08-17T16:43:21.025" v="1825" actId="20577"/>
          <ac:spMkLst>
            <pc:docMk/>
            <pc:sldMk cId="3060852270" sldId="335"/>
            <ac:spMk id="16" creationId="{65E0B4F6-F5C2-8D51-7A4C-008C5CFC709B}"/>
          </ac:spMkLst>
        </pc:spChg>
        <pc:picChg chg="del">
          <ac:chgData name="Michael Hill" userId="41dba03d-e58d-4389-9894-554c10310ba4" providerId="ADAL" clId="{EF23FE1D-A042-481E-AFD7-2A9FB0847F54}" dt="2026-08-17T16:41:36.400" v="1708" actId="478"/>
          <ac:picMkLst>
            <pc:docMk/>
            <pc:sldMk cId="3060852270" sldId="335"/>
            <ac:picMk id="4" creationId="{320356DA-964F-7513-F126-C6A860CA0FCD}"/>
          </ac:picMkLst>
        </pc:picChg>
        <pc:picChg chg="add mod modCrop">
          <ac:chgData name="Michael Hill" userId="41dba03d-e58d-4389-9894-554c10310ba4" providerId="ADAL" clId="{EF23FE1D-A042-481E-AFD7-2A9FB0847F54}" dt="2026-08-17T16:42:48.152" v="1814" actId="1076"/>
          <ac:picMkLst>
            <pc:docMk/>
            <pc:sldMk cId="3060852270" sldId="335"/>
            <ac:picMk id="5" creationId="{168FC406-3D1E-4F4F-6921-6B7EFEA8D579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8-17T16:47:33.047" v="2024" actId="20577"/>
        <pc:sldMkLst>
          <pc:docMk/>
          <pc:sldMk cId="2774809958" sldId="336"/>
        </pc:sldMkLst>
        <pc:spChg chg="mod">
          <ac:chgData name="Michael Hill" userId="41dba03d-e58d-4389-9894-554c10310ba4" providerId="ADAL" clId="{EF23FE1D-A042-481E-AFD7-2A9FB0847F54}" dt="2026-08-17T16:47:33.047" v="2024" actId="20577"/>
          <ac:spMkLst>
            <pc:docMk/>
            <pc:sldMk cId="2774809958" sldId="336"/>
            <ac:spMk id="16" creationId="{057F9D09-CE53-8A40-380C-D57F52B22D9D}"/>
          </ac:spMkLst>
        </pc:spChg>
        <pc:picChg chg="add mod">
          <ac:chgData name="Michael Hill" userId="41dba03d-e58d-4389-9894-554c10310ba4" providerId="ADAL" clId="{EF23FE1D-A042-481E-AFD7-2A9FB0847F54}" dt="2026-08-17T16:46:49.745" v="1947" actId="1076"/>
          <ac:picMkLst>
            <pc:docMk/>
            <pc:sldMk cId="2774809958" sldId="336"/>
            <ac:picMk id="4" creationId="{0DDC4BBC-1F90-FDFA-D0E0-980915801E28}"/>
          </ac:picMkLst>
        </pc:picChg>
        <pc:picChg chg="del">
          <ac:chgData name="Michael Hill" userId="41dba03d-e58d-4389-9894-554c10310ba4" providerId="ADAL" clId="{EF23FE1D-A042-481E-AFD7-2A9FB0847F54}" dt="2026-08-17T16:45:48.535" v="1940" actId="478"/>
          <ac:picMkLst>
            <pc:docMk/>
            <pc:sldMk cId="2774809958" sldId="336"/>
            <ac:picMk id="5" creationId="{C65AA3FB-C28A-5771-BBE2-DB9AEBB8558F}"/>
          </ac:picMkLst>
        </pc:picChg>
        <pc:picChg chg="add mod">
          <ac:chgData name="Michael Hill" userId="41dba03d-e58d-4389-9894-554c10310ba4" providerId="ADAL" clId="{EF23FE1D-A042-481E-AFD7-2A9FB0847F54}" dt="2026-08-17T16:46:48.616" v="1946" actId="1076"/>
          <ac:picMkLst>
            <pc:docMk/>
            <pc:sldMk cId="2774809958" sldId="336"/>
            <ac:picMk id="7" creationId="{DDCF3BF0-8692-0A2F-8E50-5922CF2B29F9}"/>
          </ac:picMkLst>
        </pc:picChg>
      </pc:sldChg>
      <pc:sldChg chg="modSp add mod">
        <pc:chgData name="Michael Hill" userId="41dba03d-e58d-4389-9894-554c10310ba4" providerId="ADAL" clId="{EF23FE1D-A042-481E-AFD7-2A9FB0847F54}" dt="2026-08-17T16:48:03.345" v="2179" actId="20577"/>
        <pc:sldMkLst>
          <pc:docMk/>
          <pc:sldMk cId="2575175567" sldId="337"/>
        </pc:sldMkLst>
        <pc:spChg chg="mod">
          <ac:chgData name="Michael Hill" userId="41dba03d-e58d-4389-9894-554c10310ba4" providerId="ADAL" clId="{EF23FE1D-A042-481E-AFD7-2A9FB0847F54}" dt="2026-08-17T16:48:03.345" v="2179" actId="20577"/>
          <ac:spMkLst>
            <pc:docMk/>
            <pc:sldMk cId="2575175567" sldId="337"/>
            <ac:spMk id="16" creationId="{079112C4-892C-42A9-745F-10449B90EBF0}"/>
          </ac:spMkLst>
        </pc:spChg>
      </pc:sldChg>
      <pc:sldChg chg="addSp delSp modSp add mod">
        <pc:chgData name="Michael Hill" userId="41dba03d-e58d-4389-9894-554c10310ba4" providerId="ADAL" clId="{EF23FE1D-A042-481E-AFD7-2A9FB0847F54}" dt="2026-08-17T16:53:20.881" v="2446" actId="20577"/>
        <pc:sldMkLst>
          <pc:docMk/>
          <pc:sldMk cId="1076387418" sldId="338"/>
        </pc:sldMkLst>
        <pc:spChg chg="mod">
          <ac:chgData name="Michael Hill" userId="41dba03d-e58d-4389-9894-554c10310ba4" providerId="ADAL" clId="{EF23FE1D-A042-481E-AFD7-2A9FB0847F54}" dt="2026-08-17T16:53:20.881" v="2446" actId="20577"/>
          <ac:spMkLst>
            <pc:docMk/>
            <pc:sldMk cId="1076387418" sldId="338"/>
            <ac:spMk id="16" creationId="{26FF8BBE-4640-6CDA-5FB3-769CBB560992}"/>
          </ac:spMkLst>
        </pc:spChg>
        <pc:graphicFrameChg chg="add mod modGraphic">
          <ac:chgData name="Michael Hill" userId="41dba03d-e58d-4389-9894-554c10310ba4" providerId="ADAL" clId="{EF23FE1D-A042-481E-AFD7-2A9FB0847F54}" dt="2026-08-17T16:51:07.649" v="2339" actId="1076"/>
          <ac:graphicFrameMkLst>
            <pc:docMk/>
            <pc:sldMk cId="1076387418" sldId="338"/>
            <ac:graphicFrameMk id="2" creationId="{574C370F-BB2A-9693-BE33-0E2D55954553}"/>
          </ac:graphicFrameMkLst>
        </pc:graphicFrameChg>
        <pc:picChg chg="del">
          <ac:chgData name="Michael Hill" userId="41dba03d-e58d-4389-9894-554c10310ba4" providerId="ADAL" clId="{EF23FE1D-A042-481E-AFD7-2A9FB0847F54}" dt="2026-08-17T16:49:21.577" v="2314" actId="478"/>
          <ac:picMkLst>
            <pc:docMk/>
            <pc:sldMk cId="1076387418" sldId="338"/>
            <ac:picMk id="4" creationId="{4DC0A66A-4BE2-BDD5-05F4-F9ECF7678D21}"/>
          </ac:picMkLst>
        </pc:picChg>
        <pc:picChg chg="del">
          <ac:chgData name="Michael Hill" userId="41dba03d-e58d-4389-9894-554c10310ba4" providerId="ADAL" clId="{EF23FE1D-A042-481E-AFD7-2A9FB0847F54}" dt="2026-08-17T16:49:22.739" v="2315" actId="478"/>
          <ac:picMkLst>
            <pc:docMk/>
            <pc:sldMk cId="1076387418" sldId="338"/>
            <ac:picMk id="7" creationId="{697B50E8-3443-07AA-5A84-396D1BB0E965}"/>
          </ac:picMkLst>
        </pc:picChg>
      </pc:sldChg>
      <pc:sldChg chg="modSp add mod">
        <pc:chgData name="Michael Hill" userId="41dba03d-e58d-4389-9894-554c10310ba4" providerId="ADAL" clId="{EF23FE1D-A042-481E-AFD7-2A9FB0847F54}" dt="2026-08-17T16:53:32.616" v="2468" actId="20577"/>
        <pc:sldMkLst>
          <pc:docMk/>
          <pc:sldMk cId="1561935072" sldId="339"/>
        </pc:sldMkLst>
        <pc:spChg chg="mod">
          <ac:chgData name="Michael Hill" userId="41dba03d-e58d-4389-9894-554c10310ba4" providerId="ADAL" clId="{EF23FE1D-A042-481E-AFD7-2A9FB0847F54}" dt="2026-08-17T16:53:32.616" v="2468" actId="20577"/>
          <ac:spMkLst>
            <pc:docMk/>
            <pc:sldMk cId="1561935072" sldId="339"/>
            <ac:spMk id="16" creationId="{D684AE72-227D-F418-0A1B-5CD701794426}"/>
          </ac:spMkLst>
        </pc:spChg>
      </pc:sldChg>
      <pc:sldChg chg="modSp add mod">
        <pc:chgData name="Michael Hill" userId="41dba03d-e58d-4389-9894-554c10310ba4" providerId="ADAL" clId="{EF23FE1D-A042-481E-AFD7-2A9FB0847F54}" dt="2026-08-17T16:54:32.839" v="2814" actId="20577"/>
        <pc:sldMkLst>
          <pc:docMk/>
          <pc:sldMk cId="1783155403" sldId="340"/>
        </pc:sldMkLst>
        <pc:spChg chg="mod">
          <ac:chgData name="Michael Hill" userId="41dba03d-e58d-4389-9894-554c10310ba4" providerId="ADAL" clId="{EF23FE1D-A042-481E-AFD7-2A9FB0847F54}" dt="2026-08-17T16:54:32.839" v="2814" actId="20577"/>
          <ac:spMkLst>
            <pc:docMk/>
            <pc:sldMk cId="1783155403" sldId="340"/>
            <ac:spMk id="16" creationId="{17A7C44F-912C-2CAE-3A98-7C87BD339BCE}"/>
          </ac:spMkLst>
        </pc:spChg>
      </pc:sldChg>
      <pc:sldChg chg="modSp add mod">
        <pc:chgData name="Michael Hill" userId="41dba03d-e58d-4389-9894-554c10310ba4" providerId="ADAL" clId="{EF23FE1D-A042-481E-AFD7-2A9FB0847F54}" dt="2026-08-17T16:56:39.308" v="2875" actId="20577"/>
        <pc:sldMkLst>
          <pc:docMk/>
          <pc:sldMk cId="3740708103" sldId="341"/>
        </pc:sldMkLst>
        <pc:spChg chg="mod">
          <ac:chgData name="Michael Hill" userId="41dba03d-e58d-4389-9894-554c10310ba4" providerId="ADAL" clId="{EF23FE1D-A042-481E-AFD7-2A9FB0847F54}" dt="2026-08-17T16:56:39.308" v="2875" actId="20577"/>
          <ac:spMkLst>
            <pc:docMk/>
            <pc:sldMk cId="3740708103" sldId="341"/>
            <ac:spMk id="16" creationId="{59F14457-B7CB-14F0-EAEA-CBD3E006B7BA}"/>
          </ac:spMkLst>
        </pc:spChg>
      </pc:sldChg>
      <pc:sldChg chg="modSp add mod">
        <pc:chgData name="Michael Hill" userId="41dba03d-e58d-4389-9894-554c10310ba4" providerId="ADAL" clId="{EF23FE1D-A042-481E-AFD7-2A9FB0847F54}" dt="2026-08-17T17:02:01.762" v="3220" actId="20577"/>
        <pc:sldMkLst>
          <pc:docMk/>
          <pc:sldMk cId="801052309" sldId="342"/>
        </pc:sldMkLst>
        <pc:spChg chg="mod">
          <ac:chgData name="Michael Hill" userId="41dba03d-e58d-4389-9894-554c10310ba4" providerId="ADAL" clId="{EF23FE1D-A042-481E-AFD7-2A9FB0847F54}" dt="2026-08-17T17:02:01.762" v="3220" actId="20577"/>
          <ac:spMkLst>
            <pc:docMk/>
            <pc:sldMk cId="801052309" sldId="342"/>
            <ac:spMk id="16" creationId="{1FB3E76A-FD10-C0EC-712D-CD0D741D904D}"/>
          </ac:spMkLst>
        </pc:spChg>
      </pc:sldChg>
      <pc:sldChg chg="modSp add mod">
        <pc:chgData name="Michael Hill" userId="41dba03d-e58d-4389-9894-554c10310ba4" providerId="ADAL" clId="{EF23FE1D-A042-481E-AFD7-2A9FB0847F54}" dt="2026-08-17T17:02:21.394" v="3279" actId="20577"/>
        <pc:sldMkLst>
          <pc:docMk/>
          <pc:sldMk cId="189149558" sldId="343"/>
        </pc:sldMkLst>
        <pc:spChg chg="mod">
          <ac:chgData name="Michael Hill" userId="41dba03d-e58d-4389-9894-554c10310ba4" providerId="ADAL" clId="{EF23FE1D-A042-481E-AFD7-2A9FB0847F54}" dt="2026-08-17T17:02:21.394" v="3279" actId="20577"/>
          <ac:spMkLst>
            <pc:docMk/>
            <pc:sldMk cId="189149558" sldId="343"/>
            <ac:spMk id="16" creationId="{D4EDAED0-AE4D-9914-CA2B-C9B553BF4F2E}"/>
          </ac:spMkLst>
        </pc:spChg>
      </pc:sldChg>
      <pc:sldChg chg="addSp delSp modSp add mod">
        <pc:chgData name="Michael Hill" userId="41dba03d-e58d-4389-9894-554c10310ba4" providerId="ADAL" clId="{EF23FE1D-A042-481E-AFD7-2A9FB0847F54}" dt="2026-08-17T17:04:22.641" v="3354" actId="1076"/>
        <pc:sldMkLst>
          <pc:docMk/>
          <pc:sldMk cId="1951728803" sldId="344"/>
        </pc:sldMkLst>
        <pc:spChg chg="mod">
          <ac:chgData name="Michael Hill" userId="41dba03d-e58d-4389-9894-554c10310ba4" providerId="ADAL" clId="{EF23FE1D-A042-481E-AFD7-2A9FB0847F54}" dt="2026-08-17T17:02:36.086" v="3298" actId="20577"/>
          <ac:spMkLst>
            <pc:docMk/>
            <pc:sldMk cId="1951728803" sldId="344"/>
            <ac:spMk id="12" creationId="{CCBA89A7-DD5E-C11D-4A51-B77963C53AD9}"/>
          </ac:spMkLst>
        </pc:spChg>
        <pc:spChg chg="mod">
          <ac:chgData name="Michael Hill" userId="41dba03d-e58d-4389-9894-554c10310ba4" providerId="ADAL" clId="{EF23FE1D-A042-481E-AFD7-2A9FB0847F54}" dt="2026-08-17T17:04:20.540" v="3352" actId="14100"/>
          <ac:spMkLst>
            <pc:docMk/>
            <pc:sldMk cId="1951728803" sldId="344"/>
            <ac:spMk id="16" creationId="{5BA267A3-024A-AC6F-F1CC-2D38F9CCF364}"/>
          </ac:spMkLst>
        </pc:spChg>
        <pc:graphicFrameChg chg="del mod modGraphic">
          <ac:chgData name="Michael Hill" userId="41dba03d-e58d-4389-9894-554c10310ba4" providerId="ADAL" clId="{EF23FE1D-A042-481E-AFD7-2A9FB0847F54}" dt="2026-08-17T17:04:10.680" v="3348" actId="478"/>
          <ac:graphicFrameMkLst>
            <pc:docMk/>
            <pc:sldMk cId="1951728803" sldId="344"/>
            <ac:graphicFrameMk id="2" creationId="{B377C33D-4022-EBA3-247F-800CC3114BF0}"/>
          </ac:graphicFrameMkLst>
        </pc:graphicFrameChg>
        <pc:picChg chg="add mod modCrop">
          <ac:chgData name="Michael Hill" userId="41dba03d-e58d-4389-9894-554c10310ba4" providerId="ADAL" clId="{EF23FE1D-A042-481E-AFD7-2A9FB0847F54}" dt="2026-08-17T17:04:22.641" v="3354" actId="1076"/>
          <ac:picMkLst>
            <pc:docMk/>
            <pc:sldMk cId="1951728803" sldId="344"/>
            <ac:picMk id="4" creationId="{273FD767-0941-5740-AF27-3C2290B7CA26}"/>
          </ac:picMkLst>
        </pc:picChg>
      </pc:sldChg>
      <pc:sldChg chg="modSp add mod">
        <pc:chgData name="Michael Hill" userId="41dba03d-e58d-4389-9894-554c10310ba4" providerId="ADAL" clId="{EF23FE1D-A042-481E-AFD7-2A9FB0847F54}" dt="2026-08-17T17:04:53.754" v="3452" actId="1076"/>
        <pc:sldMkLst>
          <pc:docMk/>
          <pc:sldMk cId="1128003911" sldId="345"/>
        </pc:sldMkLst>
        <pc:spChg chg="mod">
          <ac:chgData name="Michael Hill" userId="41dba03d-e58d-4389-9894-554c10310ba4" providerId="ADAL" clId="{EF23FE1D-A042-481E-AFD7-2A9FB0847F54}" dt="2026-08-17T17:04:50.352" v="3450" actId="20577"/>
          <ac:spMkLst>
            <pc:docMk/>
            <pc:sldMk cId="1128003911" sldId="345"/>
            <ac:spMk id="16" creationId="{CD38D6C3-CD2F-D709-6033-99BAB5AA8CFD}"/>
          </ac:spMkLst>
        </pc:spChg>
        <pc:picChg chg="mod">
          <ac:chgData name="Michael Hill" userId="41dba03d-e58d-4389-9894-554c10310ba4" providerId="ADAL" clId="{EF23FE1D-A042-481E-AFD7-2A9FB0847F54}" dt="2026-08-17T17:04:53.754" v="3452" actId="1076"/>
          <ac:picMkLst>
            <pc:docMk/>
            <pc:sldMk cId="1128003911" sldId="345"/>
            <ac:picMk id="4" creationId="{7D8D663A-8291-6845-AA4D-6AEF8DED6FD2}"/>
          </ac:picMkLst>
        </pc:picChg>
      </pc:sldChg>
      <pc:sldChg chg="modSp add mod">
        <pc:chgData name="Michael Hill" userId="41dba03d-e58d-4389-9894-554c10310ba4" providerId="ADAL" clId="{EF23FE1D-A042-481E-AFD7-2A9FB0847F54}" dt="2026-08-17T17:05:46.496" v="3561" actId="20577"/>
        <pc:sldMkLst>
          <pc:docMk/>
          <pc:sldMk cId="1947164768" sldId="346"/>
        </pc:sldMkLst>
        <pc:spChg chg="mod">
          <ac:chgData name="Michael Hill" userId="41dba03d-e58d-4389-9894-554c10310ba4" providerId="ADAL" clId="{EF23FE1D-A042-481E-AFD7-2A9FB0847F54}" dt="2026-08-17T17:05:46.496" v="3561" actId="20577"/>
          <ac:spMkLst>
            <pc:docMk/>
            <pc:sldMk cId="1947164768" sldId="346"/>
            <ac:spMk id="16" creationId="{8C678D4C-094A-5313-A444-E096185929F6}"/>
          </ac:spMkLst>
        </pc:spChg>
      </pc:sldChg>
      <pc:sldChg chg="addSp delSp modSp add mod">
        <pc:chgData name="Michael Hill" userId="41dba03d-e58d-4389-9894-554c10310ba4" providerId="ADAL" clId="{EF23FE1D-A042-481E-AFD7-2A9FB0847F54}" dt="2026-08-17T17:08:04.771" v="3943" actId="20577"/>
        <pc:sldMkLst>
          <pc:docMk/>
          <pc:sldMk cId="1350210093" sldId="347"/>
        </pc:sldMkLst>
        <pc:spChg chg="mod">
          <ac:chgData name="Michael Hill" userId="41dba03d-e58d-4389-9894-554c10310ba4" providerId="ADAL" clId="{EF23FE1D-A042-481E-AFD7-2A9FB0847F54}" dt="2026-08-17T17:08:04.771" v="3943" actId="20577"/>
          <ac:spMkLst>
            <pc:docMk/>
            <pc:sldMk cId="1350210093" sldId="347"/>
            <ac:spMk id="16" creationId="{89CC1F3B-6EA4-6A7D-523E-D4232D7FE42C}"/>
          </ac:spMkLst>
        </pc:spChg>
        <pc:picChg chg="add mod">
          <ac:chgData name="Michael Hill" userId="41dba03d-e58d-4389-9894-554c10310ba4" providerId="ADAL" clId="{EF23FE1D-A042-481E-AFD7-2A9FB0847F54}" dt="2026-08-17T17:07:30.198" v="3825" actId="1076"/>
          <ac:picMkLst>
            <pc:docMk/>
            <pc:sldMk cId="1350210093" sldId="347"/>
            <ac:picMk id="2" creationId="{6D2E3E6E-D839-85A4-DB3C-1D4CCE3F456E}"/>
          </ac:picMkLst>
        </pc:picChg>
        <pc:picChg chg="del">
          <ac:chgData name="Michael Hill" userId="41dba03d-e58d-4389-9894-554c10310ba4" providerId="ADAL" clId="{EF23FE1D-A042-481E-AFD7-2A9FB0847F54}" dt="2026-08-17T17:05:54.104" v="3563" actId="478"/>
          <ac:picMkLst>
            <pc:docMk/>
            <pc:sldMk cId="1350210093" sldId="347"/>
            <ac:picMk id="4" creationId="{D91E0A60-D20A-2583-843B-5ED2E185546D}"/>
          </ac:picMkLst>
        </pc:picChg>
      </pc:sldChg>
      <pc:sldChg chg="modSp add mod">
        <pc:chgData name="Michael Hill" userId="41dba03d-e58d-4389-9894-554c10310ba4" providerId="ADAL" clId="{EF23FE1D-A042-481E-AFD7-2A9FB0847F54}" dt="2026-08-17T17:07:55.229" v="3924" actId="20577"/>
        <pc:sldMkLst>
          <pc:docMk/>
          <pc:sldMk cId="2446620403" sldId="348"/>
        </pc:sldMkLst>
        <pc:spChg chg="mod">
          <ac:chgData name="Michael Hill" userId="41dba03d-e58d-4389-9894-554c10310ba4" providerId="ADAL" clId="{EF23FE1D-A042-481E-AFD7-2A9FB0847F54}" dt="2026-08-17T17:07:55.229" v="3924" actId="20577"/>
          <ac:spMkLst>
            <pc:docMk/>
            <pc:sldMk cId="2446620403" sldId="348"/>
            <ac:spMk id="16" creationId="{D882B375-8382-B282-2C4C-A050B6A97E5E}"/>
          </ac:spMkLst>
        </pc:spChg>
      </pc:sldChg>
      <pc:sldChg chg="addSp delSp modSp add mod delAnim modAnim">
        <pc:chgData name="Michael Hill" userId="41dba03d-e58d-4389-9894-554c10310ba4" providerId="ADAL" clId="{EF23FE1D-A042-481E-AFD7-2A9FB0847F54}" dt="2026-08-17T17:15:04.814" v="3978" actId="20577"/>
        <pc:sldMkLst>
          <pc:docMk/>
          <pc:sldMk cId="221811289" sldId="349"/>
        </pc:sldMkLst>
        <pc:spChg chg="mod">
          <ac:chgData name="Michael Hill" userId="41dba03d-e58d-4389-9894-554c10310ba4" providerId="ADAL" clId="{EF23FE1D-A042-481E-AFD7-2A9FB0847F54}" dt="2026-08-17T17:15:04.814" v="3978" actId="20577"/>
          <ac:spMkLst>
            <pc:docMk/>
            <pc:sldMk cId="221811289" sldId="349"/>
            <ac:spMk id="16" creationId="{3DF3E6D8-4C2B-E887-E53B-18FD21C980A6}"/>
          </ac:spMkLst>
        </pc:spChg>
        <pc:picChg chg="del">
          <ac:chgData name="Michael Hill" userId="41dba03d-e58d-4389-9894-554c10310ba4" providerId="ADAL" clId="{EF23FE1D-A042-481E-AFD7-2A9FB0847F54}" dt="2026-08-17T17:14:09.601" v="3945" actId="478"/>
          <ac:picMkLst>
            <pc:docMk/>
            <pc:sldMk cId="221811289" sldId="349"/>
            <ac:picMk id="2" creationId="{1502B29E-D4DE-9B44-679D-0856AF0E15B5}"/>
          </ac:picMkLst>
        </pc:picChg>
        <pc:picChg chg="add mod">
          <ac:chgData name="Michael Hill" userId="41dba03d-e58d-4389-9894-554c10310ba4" providerId="ADAL" clId="{EF23FE1D-A042-481E-AFD7-2A9FB0847F54}" dt="2026-08-17T17:14:36.823" v="3948" actId="1076"/>
          <ac:picMkLst>
            <pc:docMk/>
            <pc:sldMk cId="221811289" sldId="349"/>
            <ac:picMk id="4" creationId="{CE4F74AB-E850-53ED-FDAE-3448AE6DE19E}"/>
          </ac:picMkLst>
        </pc:picChg>
        <pc:picChg chg="add del mod">
          <ac:chgData name="Michael Hill" userId="41dba03d-e58d-4389-9894-554c10310ba4" providerId="ADAL" clId="{EF23FE1D-A042-481E-AFD7-2A9FB0847F54}" dt="2026-08-17T17:14:44.916" v="3950" actId="478"/>
          <ac:picMkLst>
            <pc:docMk/>
            <pc:sldMk cId="221811289" sldId="349"/>
            <ac:picMk id="5" creationId="{7BFD15AD-26D7-AF85-29ED-FE85F59CE370}"/>
          </ac:picMkLst>
        </pc:picChg>
        <pc:picChg chg="add mod">
          <ac:chgData name="Michael Hill" userId="41dba03d-e58d-4389-9894-554c10310ba4" providerId="ADAL" clId="{EF23FE1D-A042-481E-AFD7-2A9FB0847F54}" dt="2026-08-17T17:15:00.117" v="3954" actId="1076"/>
          <ac:picMkLst>
            <pc:docMk/>
            <pc:sldMk cId="221811289" sldId="349"/>
            <ac:picMk id="6" creationId="{DD83FF33-8581-CEA7-C77D-7B170D62EB5D}"/>
          </ac:picMkLst>
        </pc:picChg>
      </pc:sldChg>
      <pc:sldChg chg="modSp add mod">
        <pc:chgData name="Michael Hill" userId="41dba03d-e58d-4389-9894-554c10310ba4" providerId="ADAL" clId="{EF23FE1D-A042-481E-AFD7-2A9FB0847F54}" dt="2026-08-17T17:15:48.299" v="4163" actId="20577"/>
        <pc:sldMkLst>
          <pc:docMk/>
          <pc:sldMk cId="3696533355" sldId="350"/>
        </pc:sldMkLst>
        <pc:spChg chg="mod">
          <ac:chgData name="Michael Hill" userId="41dba03d-e58d-4389-9894-554c10310ba4" providerId="ADAL" clId="{EF23FE1D-A042-481E-AFD7-2A9FB0847F54}" dt="2026-08-17T17:15:48.299" v="4163" actId="20577"/>
          <ac:spMkLst>
            <pc:docMk/>
            <pc:sldMk cId="3696533355" sldId="350"/>
            <ac:spMk id="16" creationId="{3DF3E6D8-4C2B-E887-E53B-18FD21C980A6}"/>
          </ac:spMkLst>
        </pc:spChg>
      </pc:sldChg>
      <pc:sldChg chg="delSp modSp add mod delAnim">
        <pc:chgData name="Michael Hill" userId="41dba03d-e58d-4389-9894-554c10310ba4" providerId="ADAL" clId="{EF23FE1D-A042-481E-AFD7-2A9FB0847F54}" dt="2026-08-17T17:17:08.696" v="4507" actId="20577"/>
        <pc:sldMkLst>
          <pc:docMk/>
          <pc:sldMk cId="285229645" sldId="351"/>
        </pc:sldMkLst>
        <pc:spChg chg="mod">
          <ac:chgData name="Michael Hill" userId="41dba03d-e58d-4389-9894-554c10310ba4" providerId="ADAL" clId="{EF23FE1D-A042-481E-AFD7-2A9FB0847F54}" dt="2026-08-17T17:17:08.696" v="4507" actId="20577"/>
          <ac:spMkLst>
            <pc:docMk/>
            <pc:sldMk cId="285229645" sldId="351"/>
            <ac:spMk id="16" creationId="{3DF3E6D8-4C2B-E887-E53B-18FD21C980A6}"/>
          </ac:spMkLst>
        </pc:spChg>
        <pc:picChg chg="del">
          <ac:chgData name="Michael Hill" userId="41dba03d-e58d-4389-9894-554c10310ba4" providerId="ADAL" clId="{EF23FE1D-A042-481E-AFD7-2A9FB0847F54}" dt="2026-08-17T17:15:55.654" v="4165" actId="478"/>
          <ac:picMkLst>
            <pc:docMk/>
            <pc:sldMk cId="285229645" sldId="351"/>
            <ac:picMk id="4" creationId="{CE4F74AB-E850-53ED-FDAE-3448AE6DE19E}"/>
          </ac:picMkLst>
        </pc:picChg>
        <pc:picChg chg="del">
          <ac:chgData name="Michael Hill" userId="41dba03d-e58d-4389-9894-554c10310ba4" providerId="ADAL" clId="{EF23FE1D-A042-481E-AFD7-2A9FB0847F54}" dt="2026-08-17T17:15:56.724" v="4166" actId="478"/>
          <ac:picMkLst>
            <pc:docMk/>
            <pc:sldMk cId="285229645" sldId="351"/>
            <ac:picMk id="6" creationId="{DD83FF33-8581-CEA7-C77D-7B170D62EB5D}"/>
          </ac:picMkLst>
        </pc:picChg>
      </pc:sldChg>
      <pc:sldChg chg="modSp add mod">
        <pc:chgData name="Michael Hill" userId="41dba03d-e58d-4389-9894-554c10310ba4" providerId="ADAL" clId="{EF23FE1D-A042-481E-AFD7-2A9FB0847F54}" dt="2026-08-17T17:18:32.339" v="4787" actId="20577"/>
        <pc:sldMkLst>
          <pc:docMk/>
          <pc:sldMk cId="1956419969" sldId="352"/>
        </pc:sldMkLst>
        <pc:spChg chg="mod">
          <ac:chgData name="Michael Hill" userId="41dba03d-e58d-4389-9894-554c10310ba4" providerId="ADAL" clId="{EF23FE1D-A042-481E-AFD7-2A9FB0847F54}" dt="2026-08-17T17:17:18.148" v="4520" actId="14100"/>
          <ac:spMkLst>
            <pc:docMk/>
            <pc:sldMk cId="1956419969" sldId="352"/>
            <ac:spMk id="12" creationId="{EF418F98-8D50-5F8C-AE58-4A44053DC51E}"/>
          </ac:spMkLst>
        </pc:spChg>
        <pc:spChg chg="mod">
          <ac:chgData name="Michael Hill" userId="41dba03d-e58d-4389-9894-554c10310ba4" providerId="ADAL" clId="{EF23FE1D-A042-481E-AFD7-2A9FB0847F54}" dt="2026-08-17T17:17:20.477" v="4521" actId="1076"/>
          <ac:spMkLst>
            <pc:docMk/>
            <pc:sldMk cId="1956419969" sldId="352"/>
            <ac:spMk id="14" creationId="{841112B6-CE74-16E4-6EF4-F02F5CECBC7A}"/>
          </ac:spMkLst>
        </pc:spChg>
        <pc:spChg chg="mod">
          <ac:chgData name="Michael Hill" userId="41dba03d-e58d-4389-9894-554c10310ba4" providerId="ADAL" clId="{EF23FE1D-A042-481E-AFD7-2A9FB0847F54}" dt="2026-08-17T17:18:32.339" v="4787" actId="20577"/>
          <ac:spMkLst>
            <pc:docMk/>
            <pc:sldMk cId="1956419969" sldId="352"/>
            <ac:spMk id="16" creationId="{D5BBC3A9-2EE4-FD45-CE91-CF5C286CC22C}"/>
          </ac:spMkLst>
        </pc:spChg>
      </pc:sldChg>
      <pc:sldChg chg="addSp modSp add mod">
        <pc:chgData name="Michael Hill" userId="41dba03d-e58d-4389-9894-554c10310ba4" providerId="ADAL" clId="{EF23FE1D-A042-481E-AFD7-2A9FB0847F54}" dt="2026-08-17T17:19:51.362" v="5037" actId="20577"/>
        <pc:sldMkLst>
          <pc:docMk/>
          <pc:sldMk cId="1200718906" sldId="353"/>
        </pc:sldMkLst>
        <pc:spChg chg="mod">
          <ac:chgData name="Michael Hill" userId="41dba03d-e58d-4389-9894-554c10310ba4" providerId="ADAL" clId="{EF23FE1D-A042-481E-AFD7-2A9FB0847F54}" dt="2026-08-17T17:18:52.813" v="4844" actId="20577"/>
          <ac:spMkLst>
            <pc:docMk/>
            <pc:sldMk cId="1200718906" sldId="353"/>
            <ac:spMk id="16" creationId="{B1FFB034-56FA-0E89-A27B-B25A1945F003}"/>
          </ac:spMkLst>
        </pc:spChg>
        <pc:graphicFrameChg chg="add mod modGraphic">
          <ac:chgData name="Michael Hill" userId="41dba03d-e58d-4389-9894-554c10310ba4" providerId="ADAL" clId="{EF23FE1D-A042-481E-AFD7-2A9FB0847F54}" dt="2026-08-17T17:19:51.362" v="5037" actId="20577"/>
          <ac:graphicFrameMkLst>
            <pc:docMk/>
            <pc:sldMk cId="1200718906" sldId="353"/>
            <ac:graphicFrameMk id="2" creationId="{8316F837-50B5-8EA6-B9BC-2ABA08444F61}"/>
          </ac:graphicFrameMkLst>
        </pc:graphicFrameChg>
      </pc:sldChg>
      <pc:sldChg chg="addSp delSp modSp add mod">
        <pc:chgData name="Michael Hill" userId="41dba03d-e58d-4389-9894-554c10310ba4" providerId="ADAL" clId="{EF23FE1D-A042-481E-AFD7-2A9FB0847F54}" dt="2026-08-17T17:22:41.650" v="5154" actId="20577"/>
        <pc:sldMkLst>
          <pc:docMk/>
          <pc:sldMk cId="51495267" sldId="354"/>
        </pc:sldMkLst>
        <pc:spChg chg="mod">
          <ac:chgData name="Michael Hill" userId="41dba03d-e58d-4389-9894-554c10310ba4" providerId="ADAL" clId="{EF23FE1D-A042-481E-AFD7-2A9FB0847F54}" dt="2026-08-17T17:22:41.650" v="5154" actId="20577"/>
          <ac:spMkLst>
            <pc:docMk/>
            <pc:sldMk cId="51495267" sldId="354"/>
            <ac:spMk id="16" creationId="{79317293-EAE9-B791-1A47-F8CBB510DD42}"/>
          </ac:spMkLst>
        </pc:spChg>
        <pc:graphicFrameChg chg="del">
          <ac:chgData name="Michael Hill" userId="41dba03d-e58d-4389-9894-554c10310ba4" providerId="ADAL" clId="{EF23FE1D-A042-481E-AFD7-2A9FB0847F54}" dt="2026-08-17T17:21:56.274" v="5100" actId="478"/>
          <ac:graphicFrameMkLst>
            <pc:docMk/>
            <pc:sldMk cId="51495267" sldId="354"/>
            <ac:graphicFrameMk id="2" creationId="{6E38566A-C9D9-F80D-17F9-762DE2BB4F24}"/>
          </ac:graphicFrameMkLst>
        </pc:graphicFrameChg>
        <pc:picChg chg="add mod">
          <ac:chgData name="Michael Hill" userId="41dba03d-e58d-4389-9894-554c10310ba4" providerId="ADAL" clId="{EF23FE1D-A042-481E-AFD7-2A9FB0847F54}" dt="2026-08-17T17:22:26.614" v="5113" actId="1076"/>
          <ac:picMkLst>
            <pc:docMk/>
            <pc:sldMk cId="51495267" sldId="354"/>
            <ac:picMk id="5" creationId="{DED5DA86-1785-41AB-787B-B51324F9BF82}"/>
          </ac:picMkLst>
        </pc:picChg>
        <pc:picChg chg="add mod">
          <ac:chgData name="Michael Hill" userId="41dba03d-e58d-4389-9894-554c10310ba4" providerId="ADAL" clId="{EF23FE1D-A042-481E-AFD7-2A9FB0847F54}" dt="2026-08-17T17:22:30.191" v="5116" actId="1076"/>
          <ac:picMkLst>
            <pc:docMk/>
            <pc:sldMk cId="51495267" sldId="354"/>
            <ac:picMk id="7" creationId="{BF1E82FD-4B30-984E-AEAF-B574A0132010}"/>
          </ac:picMkLst>
        </pc:picChg>
        <pc:picChg chg="add mod">
          <ac:chgData name="Michael Hill" userId="41dba03d-e58d-4389-9894-554c10310ba4" providerId="ADAL" clId="{EF23FE1D-A042-481E-AFD7-2A9FB0847F54}" dt="2026-08-17T17:22:31.450" v="5117" actId="1076"/>
          <ac:picMkLst>
            <pc:docMk/>
            <pc:sldMk cId="51495267" sldId="354"/>
            <ac:picMk id="9" creationId="{95760ADC-43D2-8318-6274-9C41984338D3}"/>
          </ac:picMkLst>
        </pc:picChg>
        <pc:picChg chg="add mod">
          <ac:chgData name="Michael Hill" userId="41dba03d-e58d-4389-9894-554c10310ba4" providerId="ADAL" clId="{EF23FE1D-A042-481E-AFD7-2A9FB0847F54}" dt="2026-08-17T17:22:15.942" v="5107" actId="1076"/>
          <ac:picMkLst>
            <pc:docMk/>
            <pc:sldMk cId="51495267" sldId="354"/>
            <ac:picMk id="11" creationId="{99147B17-AEBD-1D66-C5B1-E5CDB91E4232}"/>
          </ac:picMkLst>
        </pc:picChg>
      </pc:sldChg>
      <pc:sldChg chg="add del">
        <pc:chgData name="Michael Hill" userId="41dba03d-e58d-4389-9894-554c10310ba4" providerId="ADAL" clId="{EF23FE1D-A042-481E-AFD7-2A9FB0847F54}" dt="2026-08-17T17:21:43.798" v="5039" actId="47"/>
        <pc:sldMkLst>
          <pc:docMk/>
          <pc:sldMk cId="111046554" sldId="354"/>
        </pc:sldMkLst>
      </pc:sldChg>
      <pc:sldChg chg="addSp modSp add mod">
        <pc:chgData name="Michael Hill" userId="41dba03d-e58d-4389-9894-554c10310ba4" providerId="ADAL" clId="{EF23FE1D-A042-481E-AFD7-2A9FB0847F54}" dt="2026-08-17T17:25:03.723" v="5436" actId="20577"/>
        <pc:sldMkLst>
          <pc:docMk/>
          <pc:sldMk cId="1580677247" sldId="355"/>
        </pc:sldMkLst>
        <pc:spChg chg="add mod">
          <ac:chgData name="Michael Hill" userId="41dba03d-e58d-4389-9894-554c10310ba4" providerId="ADAL" clId="{EF23FE1D-A042-481E-AFD7-2A9FB0847F54}" dt="2026-08-17T17:24:48.609" v="5421" actId="1076"/>
          <ac:spMkLst>
            <pc:docMk/>
            <pc:sldMk cId="1580677247" sldId="355"/>
            <ac:spMk id="2" creationId="{23B5AC85-3161-3CD7-6FC8-A215FCC39635}"/>
          </ac:spMkLst>
        </pc:spChg>
        <pc:spChg chg="add mod">
          <ac:chgData name="Michael Hill" userId="41dba03d-e58d-4389-9894-554c10310ba4" providerId="ADAL" clId="{EF23FE1D-A042-481E-AFD7-2A9FB0847F54}" dt="2026-08-17T17:24:54.587" v="5428" actId="20577"/>
          <ac:spMkLst>
            <pc:docMk/>
            <pc:sldMk cId="1580677247" sldId="355"/>
            <ac:spMk id="4" creationId="{D08942A3-01E6-A96C-A859-816E4DB825A6}"/>
          </ac:spMkLst>
        </pc:spChg>
        <pc:spChg chg="add mod">
          <ac:chgData name="Michael Hill" userId="41dba03d-e58d-4389-9894-554c10310ba4" providerId="ADAL" clId="{EF23FE1D-A042-481E-AFD7-2A9FB0847F54}" dt="2026-08-17T17:25:00.997" v="5433" actId="1076"/>
          <ac:spMkLst>
            <pc:docMk/>
            <pc:sldMk cId="1580677247" sldId="355"/>
            <ac:spMk id="6" creationId="{1EFD4C42-E05B-C8C0-4A4C-C9080FC18E44}"/>
          </ac:spMkLst>
        </pc:spChg>
        <pc:spChg chg="add mod">
          <ac:chgData name="Michael Hill" userId="41dba03d-e58d-4389-9894-554c10310ba4" providerId="ADAL" clId="{EF23FE1D-A042-481E-AFD7-2A9FB0847F54}" dt="2026-08-17T17:25:03.723" v="5436" actId="20577"/>
          <ac:spMkLst>
            <pc:docMk/>
            <pc:sldMk cId="1580677247" sldId="355"/>
            <ac:spMk id="8" creationId="{0CD3D417-9F34-DB98-9153-A7C8628CCD79}"/>
          </ac:spMkLst>
        </pc:spChg>
        <pc:spChg chg="mod">
          <ac:chgData name="Michael Hill" userId="41dba03d-e58d-4389-9894-554c10310ba4" providerId="ADAL" clId="{EF23FE1D-A042-481E-AFD7-2A9FB0847F54}" dt="2026-08-17T17:23:22.897" v="5384" actId="20577"/>
          <ac:spMkLst>
            <pc:docMk/>
            <pc:sldMk cId="1580677247" sldId="355"/>
            <ac:spMk id="16" creationId="{5BB1170E-D70D-CFB0-AC52-3B665B6E9E1F}"/>
          </ac:spMkLst>
        </pc:spChg>
        <pc:picChg chg="mod">
          <ac:chgData name="Michael Hill" userId="41dba03d-e58d-4389-9894-554c10310ba4" providerId="ADAL" clId="{EF23FE1D-A042-481E-AFD7-2A9FB0847F54}" dt="2026-08-17T17:24:22.684" v="5385" actId="1076"/>
          <ac:picMkLst>
            <pc:docMk/>
            <pc:sldMk cId="1580677247" sldId="355"/>
            <ac:picMk id="5" creationId="{C71A2EA0-470B-C8FB-D207-7B4E7395091A}"/>
          </ac:picMkLst>
        </pc:picChg>
      </pc:sldChg>
      <pc:sldChg chg="delSp modSp add mod">
        <pc:chgData name="Michael Hill" userId="41dba03d-e58d-4389-9894-554c10310ba4" providerId="ADAL" clId="{EF23FE1D-A042-481E-AFD7-2A9FB0847F54}" dt="2026-08-17T17:27:16.937" v="5929" actId="1076"/>
        <pc:sldMkLst>
          <pc:docMk/>
          <pc:sldMk cId="1411251348" sldId="356"/>
        </pc:sldMkLst>
        <pc:spChg chg="del">
          <ac:chgData name="Michael Hill" userId="41dba03d-e58d-4389-9894-554c10310ba4" providerId="ADAL" clId="{EF23FE1D-A042-481E-AFD7-2A9FB0847F54}" dt="2026-08-17T17:25:22.285" v="5439" actId="478"/>
          <ac:spMkLst>
            <pc:docMk/>
            <pc:sldMk cId="1411251348" sldId="356"/>
            <ac:spMk id="2" creationId="{CE82B277-5B17-3A8A-7773-423145269387}"/>
          </ac:spMkLst>
        </pc:spChg>
        <pc:spChg chg="del mod">
          <ac:chgData name="Michael Hill" userId="41dba03d-e58d-4389-9894-554c10310ba4" providerId="ADAL" clId="{EF23FE1D-A042-481E-AFD7-2A9FB0847F54}" dt="2026-08-17T17:25:23.670" v="5442" actId="478"/>
          <ac:spMkLst>
            <pc:docMk/>
            <pc:sldMk cId="1411251348" sldId="356"/>
            <ac:spMk id="4" creationId="{5341C094-3663-6E12-5200-1203A2B07AE8}"/>
          </ac:spMkLst>
        </pc:spChg>
        <pc:spChg chg="del">
          <ac:chgData name="Michael Hill" userId="41dba03d-e58d-4389-9894-554c10310ba4" providerId="ADAL" clId="{EF23FE1D-A042-481E-AFD7-2A9FB0847F54}" dt="2026-08-17T17:25:25.312" v="5444" actId="478"/>
          <ac:spMkLst>
            <pc:docMk/>
            <pc:sldMk cId="1411251348" sldId="356"/>
            <ac:spMk id="6" creationId="{E76B1B58-6FFA-F507-6DA2-6F55F49BCF95}"/>
          </ac:spMkLst>
        </pc:spChg>
        <pc:spChg chg="del mod">
          <ac:chgData name="Michael Hill" userId="41dba03d-e58d-4389-9894-554c10310ba4" providerId="ADAL" clId="{EF23FE1D-A042-481E-AFD7-2A9FB0847F54}" dt="2026-08-17T17:25:26.662" v="5446" actId="478"/>
          <ac:spMkLst>
            <pc:docMk/>
            <pc:sldMk cId="1411251348" sldId="356"/>
            <ac:spMk id="8" creationId="{8F12492F-388C-6BCF-9963-9DD734A9F5FE}"/>
          </ac:spMkLst>
        </pc:spChg>
        <pc:spChg chg="mod">
          <ac:chgData name="Michael Hill" userId="41dba03d-e58d-4389-9894-554c10310ba4" providerId="ADAL" clId="{EF23FE1D-A042-481E-AFD7-2A9FB0847F54}" dt="2026-08-17T17:27:15.365" v="5928" actId="14100"/>
          <ac:spMkLst>
            <pc:docMk/>
            <pc:sldMk cId="1411251348" sldId="356"/>
            <ac:spMk id="12" creationId="{F79333E7-FA9C-4218-B497-C2BA4295C623}"/>
          </ac:spMkLst>
        </pc:spChg>
        <pc:spChg chg="mod">
          <ac:chgData name="Michael Hill" userId="41dba03d-e58d-4389-9894-554c10310ba4" providerId="ADAL" clId="{EF23FE1D-A042-481E-AFD7-2A9FB0847F54}" dt="2026-08-17T17:27:16.937" v="5929" actId="1076"/>
          <ac:spMkLst>
            <pc:docMk/>
            <pc:sldMk cId="1411251348" sldId="356"/>
            <ac:spMk id="14" creationId="{B831013D-1816-B943-F767-62BF4818E775}"/>
          </ac:spMkLst>
        </pc:spChg>
        <pc:spChg chg="mod">
          <ac:chgData name="Michael Hill" userId="41dba03d-e58d-4389-9894-554c10310ba4" providerId="ADAL" clId="{EF23FE1D-A042-481E-AFD7-2A9FB0847F54}" dt="2026-08-17T17:26:29.959" v="5753" actId="20577"/>
          <ac:spMkLst>
            <pc:docMk/>
            <pc:sldMk cId="1411251348" sldId="356"/>
            <ac:spMk id="16" creationId="{97C627BB-4C50-3031-3082-95A49DC07A13}"/>
          </ac:spMkLst>
        </pc:spChg>
        <pc:picChg chg="del">
          <ac:chgData name="Michael Hill" userId="41dba03d-e58d-4389-9894-554c10310ba4" providerId="ADAL" clId="{EF23FE1D-A042-481E-AFD7-2A9FB0847F54}" dt="2026-08-17T17:25:26.978" v="5447" actId="478"/>
          <ac:picMkLst>
            <pc:docMk/>
            <pc:sldMk cId="1411251348" sldId="356"/>
            <ac:picMk id="5" creationId="{E8D28D96-0413-BACE-2F72-5BD7DBBA3293}"/>
          </ac:picMkLst>
        </pc:picChg>
        <pc:picChg chg="del">
          <ac:chgData name="Michael Hill" userId="41dba03d-e58d-4389-9894-554c10310ba4" providerId="ADAL" clId="{EF23FE1D-A042-481E-AFD7-2A9FB0847F54}" dt="2026-08-17T17:25:23.995" v="5443" actId="478"/>
          <ac:picMkLst>
            <pc:docMk/>
            <pc:sldMk cId="1411251348" sldId="356"/>
            <ac:picMk id="7" creationId="{714E2524-2859-07C8-7CEC-32497179B2F6}"/>
          </ac:picMkLst>
        </pc:picChg>
        <pc:picChg chg="del">
          <ac:chgData name="Michael Hill" userId="41dba03d-e58d-4389-9894-554c10310ba4" providerId="ADAL" clId="{EF23FE1D-A042-481E-AFD7-2A9FB0847F54}" dt="2026-08-17T17:25:22.622" v="5440" actId="478"/>
          <ac:picMkLst>
            <pc:docMk/>
            <pc:sldMk cId="1411251348" sldId="356"/>
            <ac:picMk id="9" creationId="{AFC89B3F-8164-D528-65C7-6BACC1BB4EBA}"/>
          </ac:picMkLst>
        </pc:picChg>
        <pc:picChg chg="del">
          <ac:chgData name="Michael Hill" userId="41dba03d-e58d-4389-9894-554c10310ba4" providerId="ADAL" clId="{EF23FE1D-A042-481E-AFD7-2A9FB0847F54}" dt="2026-08-17T17:25:21.001" v="5438" actId="478"/>
          <ac:picMkLst>
            <pc:docMk/>
            <pc:sldMk cId="1411251348" sldId="356"/>
            <ac:picMk id="11" creationId="{ECD42161-0087-2BF5-2736-F97A4A88E68C}"/>
          </ac:picMkLst>
        </pc:picChg>
      </pc:sldChg>
      <pc:sldChg chg="modSp add mod">
        <pc:chgData name="Michael Hill" userId="41dba03d-e58d-4389-9894-554c10310ba4" providerId="ADAL" clId="{EF23FE1D-A042-481E-AFD7-2A9FB0847F54}" dt="2026-08-17T17:27:50.263" v="6108" actId="20577"/>
        <pc:sldMkLst>
          <pc:docMk/>
          <pc:sldMk cId="1201413356" sldId="357"/>
        </pc:sldMkLst>
        <pc:spChg chg="mod">
          <ac:chgData name="Michael Hill" userId="41dba03d-e58d-4389-9894-554c10310ba4" providerId="ADAL" clId="{EF23FE1D-A042-481E-AFD7-2A9FB0847F54}" dt="2026-08-17T17:27:24.294" v="5939" actId="14100"/>
          <ac:spMkLst>
            <pc:docMk/>
            <pc:sldMk cId="1201413356" sldId="357"/>
            <ac:spMk id="12" creationId="{51FEFB1D-83BA-3D37-0E95-26DD990087F1}"/>
          </ac:spMkLst>
        </pc:spChg>
        <pc:spChg chg="mod">
          <ac:chgData name="Michael Hill" userId="41dba03d-e58d-4389-9894-554c10310ba4" providerId="ADAL" clId="{EF23FE1D-A042-481E-AFD7-2A9FB0847F54}" dt="2026-08-17T17:27:25.874" v="5940" actId="1076"/>
          <ac:spMkLst>
            <pc:docMk/>
            <pc:sldMk cId="1201413356" sldId="357"/>
            <ac:spMk id="14" creationId="{8C93B4BF-6364-D526-BDB0-630C53FE0B30}"/>
          </ac:spMkLst>
        </pc:spChg>
        <pc:spChg chg="mod">
          <ac:chgData name="Michael Hill" userId="41dba03d-e58d-4389-9894-554c10310ba4" providerId="ADAL" clId="{EF23FE1D-A042-481E-AFD7-2A9FB0847F54}" dt="2026-08-17T17:27:50.263" v="6108" actId="20577"/>
          <ac:spMkLst>
            <pc:docMk/>
            <pc:sldMk cId="1201413356" sldId="357"/>
            <ac:spMk id="16" creationId="{6D2E314E-8AE7-2233-2F12-1E420BC70EC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2.wav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2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30730" y="4272579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3" y="865330"/>
            <a:ext cx="802933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EVERYTHING IS A NUMBER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01820" y="-220310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Warm Up Question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Text as Numbers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Encoding/Decoding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Images as Numbers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Bitmap Exchange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Sound as Numbers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Compression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4"/>
            <a:ext cx="6016298" cy="1713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Put your 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Put your computers away, you won’t be needing them until the end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i="1" dirty="0">
              <a:latin typeface="Chiller" panose="04020404031007020602" pitchFamily="82" charset="0"/>
            </a:endParaRP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A8574-0C6B-AB4E-CD2C-47CAC571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9A6F02B1-22B6-7842-7A3D-CC481F71CDFC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290330-5FBB-C88B-15EA-F7B851DCFD71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2EE19C-E83E-32B1-8789-1E058D1C3E6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779B201-CCCD-7A1E-E6AC-048C88CD713C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5A0244-1BC8-8E42-6B7D-82C4CF2062A7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01001000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what is it?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DADCD7-C330-C1A2-A624-052033F9763D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url_upload_6a7f3d9e572a4.gif [effects output image]">
            <a:extLst>
              <a:ext uri="{FF2B5EF4-FFF2-40B4-BE49-F238E27FC236}">
                <a16:creationId xmlns:a16="http://schemas.microsoft.com/office/drawing/2014/main" id="{16BE3D8E-C7BB-7362-A0D6-950A156952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4" name="Picture 3" descr="url_upload_6a7f3d9e572a4.gif [effects output image]">
            <a:extLst>
              <a:ext uri="{FF2B5EF4-FFF2-40B4-BE49-F238E27FC236}">
                <a16:creationId xmlns:a16="http://schemas.microsoft.com/office/drawing/2014/main" id="{CB6C1001-AE08-8192-67C8-8C1E1CBE80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0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6110-C8C1-99D9-D15C-071DE0F1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D5DE1C6-FC23-C811-2BD8-7AE8C0BEC4FE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0D00C1-5561-157A-BB55-058968C04207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E3466D-DF10-DB88-AE83-56815F24915D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C8BAF31-3E57-DC1D-4C52-F16DBAABD0FB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D78EC0-C434-6C9A-680F-50F331E55037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01001000 = 72 in decimal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01001000 = 48 in hex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01001000 = H in ASCII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01001000 = one row of pixels ▫▪▫▫▪▫▫▫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01001000 = one sound sample, 72 out of 255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D3B0688-23FA-BDBD-F5B2-4990B365BD99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url_upload_6a7f3d9e572a4.gif [effects output image]">
            <a:extLst>
              <a:ext uri="{FF2B5EF4-FFF2-40B4-BE49-F238E27FC236}">
                <a16:creationId xmlns:a16="http://schemas.microsoft.com/office/drawing/2014/main" id="{1E461D0B-303F-6ACE-1384-ED41D99311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4" name="Picture 3" descr="url_upload_6a7f3d9e572a4.gif [effects output image]">
            <a:extLst>
              <a:ext uri="{FF2B5EF4-FFF2-40B4-BE49-F238E27FC236}">
                <a16:creationId xmlns:a16="http://schemas.microsoft.com/office/drawing/2014/main" id="{2725975B-4BA1-7B78-7132-9412FAC9F79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3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FB709-501C-6338-5D86-DE68EF529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20E42162-8B1D-C87A-E462-50A9ECD5D83D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75426D-5873-D4DE-557B-AB0766985C86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7A9A53-DB3B-8FE3-30C0-46A05C195EF4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9D10106-ED20-5309-A30F-488431E633A2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BDA6FA-EDAA-A015-E1EB-77814FC5DDC9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The bits carry no meaning on their own, the agreed code does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0A3BC8-A0C5-6856-2ABD-B0559F1DC758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url_upload_6a7f3d9e572a4.gif [effects output image]">
            <a:extLst>
              <a:ext uri="{FF2B5EF4-FFF2-40B4-BE49-F238E27FC236}">
                <a16:creationId xmlns:a16="http://schemas.microsoft.com/office/drawing/2014/main" id="{EFC2B117-21D2-50DD-9ADF-9B2743D674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4" name="Picture 3" descr="url_upload_6a7f3d9e572a4.gif [effects output image]">
            <a:extLst>
              <a:ext uri="{FF2B5EF4-FFF2-40B4-BE49-F238E27FC236}">
                <a16:creationId xmlns:a16="http://schemas.microsoft.com/office/drawing/2014/main" id="{23C3CC2F-AB4E-4054-CB70-8E29A4883A4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8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0E87D-7339-468E-617A-E37065EB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7E70646F-FDDA-AFD7-87CA-AA2B2EE79AF9}"/>
              </a:ext>
            </a:extLst>
          </p:cNvPr>
          <p:cNvSpPr/>
          <p:nvPr/>
        </p:nvSpPr>
        <p:spPr>
          <a:xfrm>
            <a:off x="487332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3F3B86-9532-F27C-BB66-2F52D5B34BA0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A0DCCD-D7C5-9281-85D8-5BD61324700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55EE5B0-0EE8-926D-8BD8-C4AFB23699BC}"/>
              </a:ext>
            </a:extLst>
          </p:cNvPr>
          <p:cNvSpPr/>
          <p:nvPr/>
        </p:nvSpPr>
        <p:spPr>
          <a:xfrm>
            <a:off x="112344" y="93525"/>
            <a:ext cx="555416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TEXT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1C4EE9-697D-2D83-7DCE-AAEE96BDDB97}"/>
              </a:ext>
            </a:extLst>
          </p:cNvPr>
          <p:cNvSpPr/>
          <p:nvPr/>
        </p:nvSpPr>
        <p:spPr>
          <a:xfrm>
            <a:off x="526944" y="1695457"/>
            <a:ext cx="5139566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ASCII – American Standard Code for Information Interchange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 1963 a committee agreed with number means which character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They use 7 bits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How many possible characters does this represent?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2CF00D-EA45-F9FF-36EE-12D95E20EEDA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Nerd - Discord Emoji">
            <a:extLst>
              <a:ext uri="{FF2B5EF4-FFF2-40B4-BE49-F238E27FC236}">
                <a16:creationId xmlns:a16="http://schemas.microsoft.com/office/drawing/2014/main" id="{19E6C767-27C6-A51B-C969-70956E1DC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395" y="1175192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25E85-BFC3-04CD-4B5F-325A248B6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126E7C2-323F-FFBB-156B-C18B866C71F6}"/>
              </a:ext>
            </a:extLst>
          </p:cNvPr>
          <p:cNvSpPr/>
          <p:nvPr/>
        </p:nvSpPr>
        <p:spPr>
          <a:xfrm>
            <a:off x="487332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17EE46-79FD-2306-42FC-065DAFBABF3D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4F2D22E-E715-2963-4A70-873FD5F9FA7B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8DF20-AACE-FDEF-66F8-D0442F4ED60C}"/>
              </a:ext>
            </a:extLst>
          </p:cNvPr>
          <p:cNvSpPr/>
          <p:nvPr/>
        </p:nvSpPr>
        <p:spPr>
          <a:xfrm>
            <a:off x="112344" y="93525"/>
            <a:ext cx="555416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TEXT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801E48-3F61-867F-A1F0-AC29997D76C8}"/>
              </a:ext>
            </a:extLst>
          </p:cNvPr>
          <p:cNvSpPr/>
          <p:nvPr/>
        </p:nvSpPr>
        <p:spPr>
          <a:xfrm>
            <a:off x="526944" y="1695457"/>
            <a:ext cx="5139566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2</a:t>
            </a:r>
            <a:r>
              <a:rPr lang="en-US" sz="2000" b="1" baseline="30000" dirty="0"/>
              <a:t>7</a:t>
            </a:r>
            <a:r>
              <a:rPr lang="en-US" sz="2000" b="1" dirty="0"/>
              <a:t> = 128 characters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system only works because everybody agrees which number corresponds to which character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72794F-B10D-BE9F-3851-6F9D22165C37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Nerd - Discord Emoji">
            <a:extLst>
              <a:ext uri="{FF2B5EF4-FFF2-40B4-BE49-F238E27FC236}">
                <a16:creationId xmlns:a16="http://schemas.microsoft.com/office/drawing/2014/main" id="{D96636FF-82C0-B317-8B9F-EDC183187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395" y="1175192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99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9E343-7AF7-3D0E-25DD-732DD99B2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138764EA-A87F-074A-303D-C0E83F4D3368}"/>
              </a:ext>
            </a:extLst>
          </p:cNvPr>
          <p:cNvSpPr/>
          <p:nvPr/>
        </p:nvSpPr>
        <p:spPr>
          <a:xfrm>
            <a:off x="487332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9C5ADF-EC5D-2D39-9DEB-2AB87FEF4A99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59E090A-1A76-B1D9-5224-156D39CE100B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D6E9EDE-EEEF-4013-AF0C-212406FCC80F}"/>
              </a:ext>
            </a:extLst>
          </p:cNvPr>
          <p:cNvSpPr/>
          <p:nvPr/>
        </p:nvSpPr>
        <p:spPr>
          <a:xfrm>
            <a:off x="112344" y="93525"/>
            <a:ext cx="555416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TEXT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D245B9-375A-E433-46F7-6E64BEF83718}"/>
              </a:ext>
            </a:extLst>
          </p:cNvPr>
          <p:cNvSpPr/>
          <p:nvPr/>
        </p:nvSpPr>
        <p:spPr>
          <a:xfrm>
            <a:off x="526944" y="1695457"/>
            <a:ext cx="5139566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H -&gt; 72 -&gt; 48 (hex) -&gt; 01001000</a:t>
            </a:r>
            <a:endParaRPr lang="en-US" sz="20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2CCA92-5512-1514-EB94-8C8008462FC8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Nerd - Discord Emoji">
            <a:extLst>
              <a:ext uri="{FF2B5EF4-FFF2-40B4-BE49-F238E27FC236}">
                <a16:creationId xmlns:a16="http://schemas.microsoft.com/office/drawing/2014/main" id="{BBFD7BD6-916F-87D1-B80F-2E9A93484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395" y="1175192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8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EC6500-0592-B99C-CA65-D4AB2AAE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07FF8A24-965A-0B9F-D476-C9AADE85C12F}"/>
              </a:ext>
            </a:extLst>
          </p:cNvPr>
          <p:cNvSpPr/>
          <p:nvPr/>
        </p:nvSpPr>
        <p:spPr>
          <a:xfrm>
            <a:off x="487332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734719-6D20-E1EE-A4EF-CDB007FEC090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D939D1-423F-5A1F-3C61-254D3AFEEB0B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84A1E32-9A89-AAC5-3244-EBCB01624345}"/>
              </a:ext>
            </a:extLst>
          </p:cNvPr>
          <p:cNvSpPr/>
          <p:nvPr/>
        </p:nvSpPr>
        <p:spPr>
          <a:xfrm>
            <a:off x="112344" y="93525"/>
            <a:ext cx="555416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TEXT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28ED23-29D1-9A39-4D65-4638256FFEAB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The table has the following structure</a:t>
            </a:r>
            <a:endParaRPr lang="en-US" sz="20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EAAE1AE-3CBA-1238-D819-A580DFBEDE38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EEE34A-BD9B-0822-AA2A-F98E8DF0A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697907"/>
              </p:ext>
            </p:extLst>
          </p:nvPr>
        </p:nvGraphicFramePr>
        <p:xfrm>
          <a:off x="1874140" y="3308343"/>
          <a:ext cx="34639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972">
                  <a:extLst>
                    <a:ext uri="{9D8B030D-6E8A-4147-A177-3AD203B41FA5}">
                      <a16:colId xmlns:a16="http://schemas.microsoft.com/office/drawing/2014/main" val="989671717"/>
                    </a:ext>
                  </a:extLst>
                </a:gridCol>
                <a:gridCol w="1731972">
                  <a:extLst>
                    <a:ext uri="{9D8B030D-6E8A-4147-A177-3AD203B41FA5}">
                      <a16:colId xmlns:a16="http://schemas.microsoft.com/office/drawing/2014/main" val="2067714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989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12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48-57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929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65-90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75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97-122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338881"/>
                  </a:ext>
                </a:extLst>
              </a:tr>
            </a:tbl>
          </a:graphicData>
        </a:graphic>
      </p:graphicFrame>
      <p:pic>
        <p:nvPicPr>
          <p:cNvPr id="6" name="Picture 5" descr="Printable Ascii Table">
            <a:extLst>
              <a:ext uri="{FF2B5EF4-FFF2-40B4-BE49-F238E27FC236}">
                <a16:creationId xmlns:a16="http://schemas.microsoft.com/office/drawing/2014/main" id="{635872E3-BCD8-015E-3A1B-AACBAB92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998"/>
          <a:stretch>
            <a:fillRect/>
          </a:stretch>
        </p:blipFill>
        <p:spPr>
          <a:xfrm>
            <a:off x="6357995" y="93525"/>
            <a:ext cx="5307061" cy="626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41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395D52-1355-47AF-7D93-1810E7762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B3C94948-2BDE-5364-0A31-67601BEFFB00}"/>
              </a:ext>
            </a:extLst>
          </p:cNvPr>
          <p:cNvSpPr/>
          <p:nvPr/>
        </p:nvSpPr>
        <p:spPr>
          <a:xfrm>
            <a:off x="487332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DA0B7C0-21F1-A3CE-1794-9ED0C28DF666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BB2CD77-5BC6-6A65-5091-4040975B2D3B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699F192-BA80-B282-45C9-3E139330FDF7}"/>
              </a:ext>
            </a:extLst>
          </p:cNvPr>
          <p:cNvSpPr/>
          <p:nvPr/>
        </p:nvSpPr>
        <p:spPr>
          <a:xfrm>
            <a:off x="112344" y="93525"/>
            <a:ext cx="555416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TEXT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6389A1-8DFF-3B1B-CBA9-1C1B70518293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What’s the difference between capital A and lowercase a?</a:t>
            </a:r>
            <a:endParaRPr lang="en-US" sz="20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6D01FD-DB75-5373-FB76-2D9388C0720D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1BF5CA-99BC-BFA7-DC59-AA52BEBE8F72}"/>
              </a:ext>
            </a:extLst>
          </p:cNvPr>
          <p:cNvGraphicFramePr>
            <a:graphicFrameLocks noGrp="1"/>
          </p:cNvGraphicFramePr>
          <p:nvPr/>
        </p:nvGraphicFramePr>
        <p:xfrm>
          <a:off x="1874140" y="3308343"/>
          <a:ext cx="34639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972">
                  <a:extLst>
                    <a:ext uri="{9D8B030D-6E8A-4147-A177-3AD203B41FA5}">
                      <a16:colId xmlns:a16="http://schemas.microsoft.com/office/drawing/2014/main" val="989671717"/>
                    </a:ext>
                  </a:extLst>
                </a:gridCol>
                <a:gridCol w="1731972">
                  <a:extLst>
                    <a:ext uri="{9D8B030D-6E8A-4147-A177-3AD203B41FA5}">
                      <a16:colId xmlns:a16="http://schemas.microsoft.com/office/drawing/2014/main" val="2067714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989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12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48-57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929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65-90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75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97-122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338881"/>
                  </a:ext>
                </a:extLst>
              </a:tr>
            </a:tbl>
          </a:graphicData>
        </a:graphic>
      </p:graphicFrame>
      <p:pic>
        <p:nvPicPr>
          <p:cNvPr id="6" name="Picture 5" descr="Printable Ascii Table">
            <a:extLst>
              <a:ext uri="{FF2B5EF4-FFF2-40B4-BE49-F238E27FC236}">
                <a16:creationId xmlns:a16="http://schemas.microsoft.com/office/drawing/2014/main" id="{96EF11D0-53B8-72CC-5CF7-09D64311AC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998"/>
          <a:stretch>
            <a:fillRect/>
          </a:stretch>
        </p:blipFill>
        <p:spPr>
          <a:xfrm>
            <a:off x="6357995" y="93525"/>
            <a:ext cx="5307061" cy="626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3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A20ED-6D23-6F92-03B8-95C7B1D7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2EFECE87-C849-5452-3065-AAC261EBD3BF}"/>
              </a:ext>
            </a:extLst>
          </p:cNvPr>
          <p:cNvSpPr/>
          <p:nvPr/>
        </p:nvSpPr>
        <p:spPr>
          <a:xfrm>
            <a:off x="487332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666B109-6B93-B847-AADC-229AFECE72A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4975A92-8779-76EA-F8C7-9888EB87233F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89FD6E3-8BCB-A716-D470-1DD0747648D3}"/>
              </a:ext>
            </a:extLst>
          </p:cNvPr>
          <p:cNvSpPr/>
          <p:nvPr/>
        </p:nvSpPr>
        <p:spPr>
          <a:xfrm>
            <a:off x="112344" y="93525"/>
            <a:ext cx="555416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TEXT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CD296E-F0B7-50A7-3224-6D3667C60787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It’s exactly 32, one bit, the fifth bit (2</a:t>
            </a:r>
            <a:r>
              <a:rPr lang="en-US" sz="2000" baseline="30000" dirty="0"/>
              <a:t>5</a:t>
            </a:r>
            <a:r>
              <a:rPr lang="en-US" sz="2000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0100001 = A = 65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0110001 = a = 97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B41D8C-ADCB-65DD-6A5B-8D2CD836B3C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E755D8-2709-C158-6075-E277C00695B8}"/>
              </a:ext>
            </a:extLst>
          </p:cNvPr>
          <p:cNvGraphicFramePr>
            <a:graphicFrameLocks noGrp="1"/>
          </p:cNvGraphicFramePr>
          <p:nvPr/>
        </p:nvGraphicFramePr>
        <p:xfrm>
          <a:off x="1874140" y="3308343"/>
          <a:ext cx="34639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972">
                  <a:extLst>
                    <a:ext uri="{9D8B030D-6E8A-4147-A177-3AD203B41FA5}">
                      <a16:colId xmlns:a16="http://schemas.microsoft.com/office/drawing/2014/main" val="989671717"/>
                    </a:ext>
                  </a:extLst>
                </a:gridCol>
                <a:gridCol w="1731972">
                  <a:extLst>
                    <a:ext uri="{9D8B030D-6E8A-4147-A177-3AD203B41FA5}">
                      <a16:colId xmlns:a16="http://schemas.microsoft.com/office/drawing/2014/main" val="2067714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989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12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48-57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929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65-90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75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97-122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338881"/>
                  </a:ext>
                </a:extLst>
              </a:tr>
            </a:tbl>
          </a:graphicData>
        </a:graphic>
      </p:graphicFrame>
      <p:pic>
        <p:nvPicPr>
          <p:cNvPr id="6" name="Picture 5" descr="Printable Ascii Table">
            <a:extLst>
              <a:ext uri="{FF2B5EF4-FFF2-40B4-BE49-F238E27FC236}">
                <a16:creationId xmlns:a16="http://schemas.microsoft.com/office/drawing/2014/main" id="{5FD9AF74-4388-4172-9339-0AB82FE16B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998"/>
          <a:stretch>
            <a:fillRect/>
          </a:stretch>
        </p:blipFill>
        <p:spPr>
          <a:xfrm>
            <a:off x="6357995" y="93525"/>
            <a:ext cx="5307061" cy="626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6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8355F-36C0-9FD9-99C0-12A060812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C45A9A80-DE39-5D46-B06B-5521910CCE7A}"/>
              </a:ext>
            </a:extLst>
          </p:cNvPr>
          <p:cNvSpPr/>
          <p:nvPr/>
        </p:nvSpPr>
        <p:spPr>
          <a:xfrm>
            <a:off x="487332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C2415B-ED72-054D-DBBA-23A2258E3CD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FC98BFC-9757-ABAC-BE7B-68E5EFE38285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37A2ACE-BDB3-B56A-632C-765EF2577E09}"/>
              </a:ext>
            </a:extLst>
          </p:cNvPr>
          <p:cNvSpPr/>
          <p:nvPr/>
        </p:nvSpPr>
        <p:spPr>
          <a:xfrm>
            <a:off x="112344" y="93525"/>
            <a:ext cx="555416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TEXT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A7DA12-FD7C-EFE7-90E1-A42DFAC3C130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What problem do you </a:t>
            </a:r>
            <a:r>
              <a:rPr lang="en-US" sz="2000" dirty="0" err="1"/>
              <a:t>forsee</a:t>
            </a:r>
            <a:r>
              <a:rPr lang="en-US" sz="2000" dirty="0"/>
              <a:t> with this encoding scheme?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1D355F-B938-FCE4-454A-6228F6EC3B54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867AC1-A5B7-013C-DA35-0304C12D1394}"/>
              </a:ext>
            </a:extLst>
          </p:cNvPr>
          <p:cNvGraphicFramePr>
            <a:graphicFrameLocks noGrp="1"/>
          </p:cNvGraphicFramePr>
          <p:nvPr/>
        </p:nvGraphicFramePr>
        <p:xfrm>
          <a:off x="1874140" y="3308343"/>
          <a:ext cx="34639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972">
                  <a:extLst>
                    <a:ext uri="{9D8B030D-6E8A-4147-A177-3AD203B41FA5}">
                      <a16:colId xmlns:a16="http://schemas.microsoft.com/office/drawing/2014/main" val="989671717"/>
                    </a:ext>
                  </a:extLst>
                </a:gridCol>
                <a:gridCol w="1731972">
                  <a:extLst>
                    <a:ext uri="{9D8B030D-6E8A-4147-A177-3AD203B41FA5}">
                      <a16:colId xmlns:a16="http://schemas.microsoft.com/office/drawing/2014/main" val="2067714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989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12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48-57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929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65-90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75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97-122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338881"/>
                  </a:ext>
                </a:extLst>
              </a:tr>
            </a:tbl>
          </a:graphicData>
        </a:graphic>
      </p:graphicFrame>
      <p:pic>
        <p:nvPicPr>
          <p:cNvPr id="6" name="Picture 5" descr="Printable Ascii Table">
            <a:extLst>
              <a:ext uri="{FF2B5EF4-FFF2-40B4-BE49-F238E27FC236}">
                <a16:creationId xmlns:a16="http://schemas.microsoft.com/office/drawing/2014/main" id="{A24BF148-FBA2-6556-5DC6-E06C32BD02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998"/>
          <a:stretch>
            <a:fillRect/>
          </a:stretch>
        </p:blipFill>
        <p:spPr>
          <a:xfrm>
            <a:off x="6357995" y="93525"/>
            <a:ext cx="5307061" cy="626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5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A21F4-96AD-7A92-0420-61C63842F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CC49B3C2-0438-5DF7-68B5-A42F6AC128C4}"/>
              </a:ext>
            </a:extLst>
          </p:cNvPr>
          <p:cNvSpPr/>
          <p:nvPr/>
        </p:nvSpPr>
        <p:spPr>
          <a:xfrm>
            <a:off x="487332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0B556B-C397-54F9-A9C4-4C5170DBB25C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F425423-03A9-1B06-D4F9-BD4CA13D1930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C5634B0-97AF-FED0-02DB-745B2B74B333}"/>
              </a:ext>
            </a:extLst>
          </p:cNvPr>
          <p:cNvSpPr/>
          <p:nvPr/>
        </p:nvSpPr>
        <p:spPr>
          <a:xfrm>
            <a:off x="112344" y="93525"/>
            <a:ext cx="555416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TEXT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592A12-3E10-1DA7-8FDD-D329EB218121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Of course, 128 wasn’t enough characters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Modern Unicode has 150,000+ characters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Including emoji!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first 128 bits of Unicode correspond to the first 128 bits of ASCII, making it </a:t>
            </a:r>
            <a:r>
              <a:rPr lang="en-US" sz="2000" b="1" dirty="0"/>
              <a:t>backwards compatible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1DF70F-ECB2-27A7-F963-B4A4C7D42535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95DF6B-A08E-C92E-D534-1E10891C3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520593"/>
              </p:ext>
            </p:extLst>
          </p:nvPr>
        </p:nvGraphicFramePr>
        <p:xfrm>
          <a:off x="1731900" y="4561409"/>
          <a:ext cx="34639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972">
                  <a:extLst>
                    <a:ext uri="{9D8B030D-6E8A-4147-A177-3AD203B41FA5}">
                      <a16:colId xmlns:a16="http://schemas.microsoft.com/office/drawing/2014/main" val="989671717"/>
                    </a:ext>
                  </a:extLst>
                </a:gridCol>
                <a:gridCol w="1731972">
                  <a:extLst>
                    <a:ext uri="{9D8B030D-6E8A-4147-A177-3AD203B41FA5}">
                      <a16:colId xmlns:a16="http://schemas.microsoft.com/office/drawing/2014/main" val="2067714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989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12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48-57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929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65-90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75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97-122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338881"/>
                  </a:ext>
                </a:extLst>
              </a:tr>
            </a:tbl>
          </a:graphicData>
        </a:graphic>
      </p:graphicFrame>
      <p:pic>
        <p:nvPicPr>
          <p:cNvPr id="4" name="Picture 3" descr="Unicode 表情对照表-Csdn博客 : ️‍ ️ 微博表情列表 – QPQK">
            <a:extLst>
              <a:ext uri="{FF2B5EF4-FFF2-40B4-BE49-F238E27FC236}">
                <a16:creationId xmlns:a16="http://schemas.microsoft.com/office/drawing/2014/main" id="{7C6BA217-2ED4-BAFB-390C-C8102B2F0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852" y="2727811"/>
            <a:ext cx="6076429" cy="362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70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C994D-B321-F091-3FA8-CE46B6A0D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5C121A0-4827-56B1-7F0F-50C4BE56EEAF}"/>
              </a:ext>
            </a:extLst>
          </p:cNvPr>
          <p:cNvSpPr/>
          <p:nvPr/>
        </p:nvSpPr>
        <p:spPr>
          <a:xfrm>
            <a:off x="487332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1D0444-1070-8DDF-5137-42FA23F512CA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C72EF4-243C-9F4C-FC10-F4DDA140E4AF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A896456-EB37-0438-35FA-B271EF91503A}"/>
              </a:ext>
            </a:extLst>
          </p:cNvPr>
          <p:cNvSpPr/>
          <p:nvPr/>
        </p:nvSpPr>
        <p:spPr>
          <a:xfrm>
            <a:off x="112344" y="93525"/>
            <a:ext cx="555416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TEXT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A69D67-0546-58C3-697E-EBF8F199E840}"/>
              </a:ext>
            </a:extLst>
          </p:cNvPr>
          <p:cNvSpPr/>
          <p:nvPr/>
        </p:nvSpPr>
        <p:spPr>
          <a:xfrm>
            <a:off x="6392650" y="549296"/>
            <a:ext cx="5372629" cy="139465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Do the first 4 questions on your ICA using the ASCII table. Feel free to use a calculator.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1D4105-26CB-FF5C-6125-EC2F35BE47B4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C7A43A-E34D-151C-8776-33F39585D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382925"/>
              </p:ext>
            </p:extLst>
          </p:nvPr>
        </p:nvGraphicFramePr>
        <p:xfrm>
          <a:off x="1738674" y="4331115"/>
          <a:ext cx="34639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972">
                  <a:extLst>
                    <a:ext uri="{9D8B030D-6E8A-4147-A177-3AD203B41FA5}">
                      <a16:colId xmlns:a16="http://schemas.microsoft.com/office/drawing/2014/main" val="989671717"/>
                    </a:ext>
                  </a:extLst>
                </a:gridCol>
                <a:gridCol w="1731972">
                  <a:extLst>
                    <a:ext uri="{9D8B030D-6E8A-4147-A177-3AD203B41FA5}">
                      <a16:colId xmlns:a16="http://schemas.microsoft.com/office/drawing/2014/main" val="2067714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989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12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48-57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929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65-90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75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a-z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97-122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338881"/>
                  </a:ext>
                </a:extLst>
              </a:tr>
            </a:tbl>
          </a:graphicData>
        </a:graphic>
      </p:graphicFrame>
      <p:pic>
        <p:nvPicPr>
          <p:cNvPr id="7" name="Picture 6" descr="Ascii Table Ascii Codes">
            <a:extLst>
              <a:ext uri="{FF2B5EF4-FFF2-40B4-BE49-F238E27FC236}">
                <a16:creationId xmlns:a16="http://schemas.microsoft.com/office/drawing/2014/main" id="{7F8B32FC-CB79-52D3-30B4-75CEFE8A7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9" y="2106290"/>
            <a:ext cx="7293001" cy="465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2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1DF5E-BE9D-FA9D-7411-10CE84EEA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9712D185-B330-F19A-56E8-FD79D5F82688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5F4CDF-D680-2D2C-435C-0A33C023D806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6BEC66-D272-77B4-BDA9-1528A104D238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DF4B3FF-26F9-E23D-0F9E-5E0DCD307B8E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IMAGES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3DDDB8-EA4C-D3F8-62DB-26AE5C347540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is an image of John Cena</a:t>
            </a:r>
            <a:endParaRPr lang="en-US" sz="2000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A70CCF-4BD2-596C-052B-E282E46FD4B8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277DEFF-F7CA-65C3-E63F-016368E5C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384" y="2187903"/>
            <a:ext cx="3324353" cy="352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9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0A541-46BB-6BEA-3177-91848A29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2961CC2E-0D55-CBD7-F6A1-0D9C86B49E2D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14BC5D-C7E8-E40C-7FE7-8A379EF7DFCA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6A0B0E2-B4BA-4B5E-6C90-427D31F86F5E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472EDFF-486C-C3A8-3E07-C2833F5BEDB1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IMAGES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46A99D-594A-4311-2330-67492B02646B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Closer!</a:t>
            </a:r>
            <a:endParaRPr lang="en-US" sz="2000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B522A92-455D-4121-F57F-0B4DBA2EF8D6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61A035E-3282-5BCD-2FD7-1140E1671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555" y="1175192"/>
            <a:ext cx="5048845" cy="532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97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F1849-CCEF-C2FE-57CB-1FFD8F54A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D0473711-1380-EEFC-AA3E-DEA955156287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FF7BD1-F34A-D6CB-7265-C7E62CF0084F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95E136-076B-656E-BDEC-084ADA9D8D1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0D9EC4A-01A7-EA5E-772E-7338978891E2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IMAGES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E0B4F6-F5C2-8D51-7A4C-008C5CFC709B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Let’s get real close up in there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I’ve added boundaries so you can see it clearly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269D4BA-FF56-47E5-059B-CFBED3279EC3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68FC406-3D1E-4F4F-6921-6B7EFEA8D5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14" b="28214"/>
          <a:stretch>
            <a:fillRect/>
          </a:stretch>
        </p:blipFill>
        <p:spPr>
          <a:xfrm>
            <a:off x="6231466" y="1895475"/>
            <a:ext cx="5610081" cy="437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5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8D2D3-425D-C65B-347E-C2F98EF21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2D8590AF-396D-CA94-2775-4D5D7684187C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5B608D3-9888-8AFB-EBF0-CB136B637BC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62D1CF-463F-0558-F7AC-F37C285E2541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C267015-FE6D-607F-D75C-E2086AEFBFB7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IMAGES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F9D09-CE53-8A40-380C-D57F52B22D9D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All* images, like this one, are represented by a grid of cells called pixels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Every cell is represented by a number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D7AA97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What type of number is this?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How many bits does this number take up?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AF83D3-FAA5-3DEF-5393-237E169F4799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DDC4BBC-1F90-FDFA-D0E0-980915801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662" y="1441447"/>
            <a:ext cx="4391638" cy="3067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CF3BF0-8692-0A2F-8E50-5922CF2B2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673" y="3429000"/>
            <a:ext cx="3972362" cy="293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0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D4736D-6263-F273-950D-C54E2040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09098626-FC26-E73D-D158-C1215DC8442D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1DBA583-0F7F-3571-195A-D746CC1918B3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44C8B09-9FC7-7E05-E733-F9FB611E9A7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70DB321-EF14-8127-C594-1387518594A2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IMAGES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9112C4-892C-42A9-745F-10449B90EBF0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If each pixel is 24 bits, an 8x8 pixel grid takes up how many bits?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How many bytes?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F1637F-15B2-1637-6E77-7BBE269CA1B4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2EE30CE-CACE-F095-7436-F4EA72F79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662" y="1441447"/>
            <a:ext cx="4391638" cy="3067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DFAF5E-FD4F-DCF2-C3BE-7A88AAD77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673" y="3429000"/>
            <a:ext cx="3972362" cy="293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7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8940F-D78B-F3A5-BD72-05895EC5A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13114ED2-5FAA-9FD8-468A-987EFBCB7C36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D0FD080-CF8F-4AD8-1CB2-33B620B02F1F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EE5082-13F9-DB7F-8104-11C2C24B31BD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264D8A9-65C6-C4FF-E250-0FA040092DB8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IMAGES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FF8BBE-4640-6CDA-5FB3-769CBB560992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Let’s simplify here so we can see the big picture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8 x 8 grid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 our grid, each pixel will either be 0 or 1, on or off, white or black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Line 1: 00000000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Line 2: 00100100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Line 3: 00100100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Line 4: 00000000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Line 5: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Line 6: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Line 7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Line 8: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45D4DD-EC07-786C-BE2D-D4C5646662F3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4C370F-BB2A-9693-BE33-0E2D55954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921846"/>
              </p:ext>
            </p:extLst>
          </p:nvPr>
        </p:nvGraphicFramePr>
        <p:xfrm>
          <a:off x="7117309" y="1475529"/>
          <a:ext cx="287676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595">
                  <a:extLst>
                    <a:ext uri="{9D8B030D-6E8A-4147-A177-3AD203B41FA5}">
                      <a16:colId xmlns:a16="http://schemas.microsoft.com/office/drawing/2014/main" val="2091475387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3090709637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2246959344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12508424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160773406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038913300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211147082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1121876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585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408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792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28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5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58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486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236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38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E7FC0-60C9-5A41-D968-350C2E9ED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5CFA6E3-B2D8-18FD-300F-C3279D3D481D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A32EEA-2EF7-F55B-E532-95DD1D0C37C8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5DA40AB-F77B-56B4-FE02-3E4C6F70E9E9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79B4068-DC01-ED0D-3C59-B317F7044682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IMAGES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84AE72-227D-F418-0A1B-5CD701794426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64 bit image, 8 bytes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7E372E-9D02-8F80-8411-F087E3D0628E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B73C46-E40B-42E3-6E58-C6B9B26B6DB9}"/>
              </a:ext>
            </a:extLst>
          </p:cNvPr>
          <p:cNvGraphicFramePr>
            <a:graphicFrameLocks noGrp="1"/>
          </p:cNvGraphicFramePr>
          <p:nvPr/>
        </p:nvGraphicFramePr>
        <p:xfrm>
          <a:off x="7117309" y="1475529"/>
          <a:ext cx="287676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595">
                  <a:extLst>
                    <a:ext uri="{9D8B030D-6E8A-4147-A177-3AD203B41FA5}">
                      <a16:colId xmlns:a16="http://schemas.microsoft.com/office/drawing/2014/main" val="2091475387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3090709637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2246959344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12508424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160773406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038913300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211147082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1121876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585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408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792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28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5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58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486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236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93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2C6C4-74EB-CED4-586E-B47266100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BCB6F120-AD6D-977F-E117-D8F260B759E1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25D89E-D55A-8933-9D77-E18B957A8F5D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C0B813-897B-893E-4A8C-20E9A4271511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DF08012-4E34-904E-8F46-36C6F976065C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IMAGES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A7C44F-912C-2CAE-3A98-7C87BD339BCE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Now, draw a symbol yourself on the back of your page (HIDE YOUR IMAGE)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Then, on a sheet of notebook paper, write out the binary representation of your image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DO NOT split your binary up on lines, write it all in sequence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Then, pass your binary representation to your partner, and have them try to draw your image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EC4D193-EAF4-90C9-2730-5FE680DFAAD5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46D97D-0AF4-FD68-A609-22B07DE0B77B}"/>
              </a:ext>
            </a:extLst>
          </p:cNvPr>
          <p:cNvGraphicFramePr>
            <a:graphicFrameLocks noGrp="1"/>
          </p:cNvGraphicFramePr>
          <p:nvPr/>
        </p:nvGraphicFramePr>
        <p:xfrm>
          <a:off x="7117309" y="1475529"/>
          <a:ext cx="287676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595">
                  <a:extLst>
                    <a:ext uri="{9D8B030D-6E8A-4147-A177-3AD203B41FA5}">
                      <a16:colId xmlns:a16="http://schemas.microsoft.com/office/drawing/2014/main" val="2091475387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3090709637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2246959344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12508424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160773406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038913300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211147082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1121876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585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408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792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28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5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58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486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236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315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05D58-A5C6-F000-C05E-0B0AC9250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4B9BC05-B2DD-34FF-F6E2-9C8136629DA9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2A3BE42-F407-D305-6FD6-3F83A37FCC7E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51702CE-D436-7496-43B3-78894AC564D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B8237FA-20CA-550D-B667-B4EC945FA4FA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IMAGES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F14457-B7CB-14F0-EAEA-CBD3E006B7BA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Did anything go wrong in the transfer? Answer in question 7.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F24243-1ABF-28E4-CF3A-BFA8B8F63D08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A33F99-CD47-1765-3EA9-296CC14D2ED8}"/>
              </a:ext>
            </a:extLst>
          </p:cNvPr>
          <p:cNvGraphicFramePr>
            <a:graphicFrameLocks noGrp="1"/>
          </p:cNvGraphicFramePr>
          <p:nvPr/>
        </p:nvGraphicFramePr>
        <p:xfrm>
          <a:off x="7117309" y="1475529"/>
          <a:ext cx="287676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595">
                  <a:extLst>
                    <a:ext uri="{9D8B030D-6E8A-4147-A177-3AD203B41FA5}">
                      <a16:colId xmlns:a16="http://schemas.microsoft.com/office/drawing/2014/main" val="2091475387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3090709637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2246959344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12508424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160773406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038913300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211147082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1121876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585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408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792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28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5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58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486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236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70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368887-0A28-EBB1-D9DD-E1D896FB7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D11F657-C5C8-6D29-5AC8-73AC1EDAB6A9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F71289-CF49-C819-03B6-543D3BE06406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CD126BE-7D6A-E156-8ECF-D97F8E2FB82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F43BC31-C180-DCEE-1EE9-D5EBCE34A646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IMAGES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B3E76A-FD10-C0EC-712D-CD0D741D904D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can use more than 1 bit for color, like seen earlier.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 bits per pixel -&gt; 2</a:t>
            </a:r>
            <a:r>
              <a:rPr lang="en-US" sz="2000" baseline="30000" dirty="0"/>
              <a:t>n</a:t>
            </a:r>
            <a:r>
              <a:rPr lang="en-US" sz="2000" dirty="0"/>
              <a:t> colors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 bit = 2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4 bit = 16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8 bit = 256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24 bit color (like John Cena) -&gt; 16,777,216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BUT!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1920 x 1080 (modern screen sizes) x 24 bits = ???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66AB49-24BD-8C9F-88E8-E8F328D48DA7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2A6D1B-021B-C8E4-6A64-76F744208AA9}"/>
              </a:ext>
            </a:extLst>
          </p:cNvPr>
          <p:cNvGraphicFramePr>
            <a:graphicFrameLocks noGrp="1"/>
          </p:cNvGraphicFramePr>
          <p:nvPr/>
        </p:nvGraphicFramePr>
        <p:xfrm>
          <a:off x="7117309" y="1475529"/>
          <a:ext cx="287676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595">
                  <a:extLst>
                    <a:ext uri="{9D8B030D-6E8A-4147-A177-3AD203B41FA5}">
                      <a16:colId xmlns:a16="http://schemas.microsoft.com/office/drawing/2014/main" val="2091475387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3090709637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2246959344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12508424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160773406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038913300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211147082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1121876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585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408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792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28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5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58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486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236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05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A938E8-F72C-E2B3-47DD-16E015C0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BC929402-8021-32D1-2597-2446C73898D2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B900AF-9CA4-AFE9-35BD-E8B0D48EECA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0F8738A-68D3-819F-223C-453E80219400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89DEE09-E73C-912D-6A1F-12CAC89039B5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IMAGES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EDAED0-AE4D-9914-CA2B-C9B553BF4F2E}"/>
              </a:ext>
            </a:extLst>
          </p:cNvPr>
          <p:cNvSpPr/>
          <p:nvPr/>
        </p:nvSpPr>
        <p:spPr>
          <a:xfrm>
            <a:off x="526944" y="1695457"/>
            <a:ext cx="537262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6.2 MEGABYTES (million bytes)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Answer questions 5a and 5b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9379F66-A2B1-1618-1AEF-00754B4EAE6F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176E38-14CB-C331-8569-9A013E8A8297}"/>
              </a:ext>
            </a:extLst>
          </p:cNvPr>
          <p:cNvGraphicFramePr>
            <a:graphicFrameLocks noGrp="1"/>
          </p:cNvGraphicFramePr>
          <p:nvPr/>
        </p:nvGraphicFramePr>
        <p:xfrm>
          <a:off x="7117309" y="1475529"/>
          <a:ext cx="287676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595">
                  <a:extLst>
                    <a:ext uri="{9D8B030D-6E8A-4147-A177-3AD203B41FA5}">
                      <a16:colId xmlns:a16="http://schemas.microsoft.com/office/drawing/2014/main" val="2091475387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3090709637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2246959344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12508424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160773406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038913300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4211147082"/>
                    </a:ext>
                  </a:extLst>
                </a:gridCol>
                <a:gridCol w="359595">
                  <a:extLst>
                    <a:ext uri="{9D8B030D-6E8A-4147-A177-3AD203B41FA5}">
                      <a16:colId xmlns:a16="http://schemas.microsoft.com/office/drawing/2014/main" val="1121876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585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408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792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28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35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589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486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236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4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DCB0B-4960-2D4D-528F-7F2A3CD9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633D03E0-25E8-BC65-DD44-611E75F7E9BB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E5BE2E-DA28-B64E-DDA6-DDEEB7B40A56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BE2B32B-B06F-2242-CD4A-77943F6D4072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CBA89A7-DD5E-C11D-4A51-B77963C53AD9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SOUND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A267A3-024A-AC6F-F1CC-2D38F9CCF364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can’t store a curve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364F93-E9F9-5831-56CA-C230379C35C7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PPT - Lecture 1: Introduction to Java Programming PowerPoint ...">
            <a:extLst>
              <a:ext uri="{FF2B5EF4-FFF2-40B4-BE49-F238E27FC236}">
                <a16:creationId xmlns:a16="http://schemas.microsoft.com/office/drawing/2014/main" id="{273FD767-0941-5740-AF27-3C2290B7C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136"/>
          <a:stretch>
            <a:fillRect/>
          </a:stretch>
        </p:blipFill>
        <p:spPr>
          <a:xfrm>
            <a:off x="1424730" y="2248725"/>
            <a:ext cx="9637940" cy="411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2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0658A9-5E9B-071A-E18F-7F7CCA5E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B3DDCA45-1E29-8E91-3C46-E1BC4687C657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D4DE575-1762-D70A-6DCE-78C5F6191B24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D40EFD-B955-2964-00C6-08BC6C1CFA31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E045DB1-EAD1-1627-AE82-25A04F6E33FA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SOUND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38D6C3-CD2F-D709-6033-99BAB5AA8CFD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Sample Rate – how often you measure the amplitude (the </a:t>
            </a:r>
            <a:r>
              <a:rPr lang="en-US" sz="2000" dirty="0" err="1"/>
              <a:t>tickmarks</a:t>
            </a:r>
            <a:r>
              <a:rPr lang="en-US" sz="2000" dirty="0"/>
              <a:t> on the bottom of the graph)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67CD50C-A5F6-FACF-2259-AAEBC197ECCD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PPT - Lecture 1: Introduction to Java Programming PowerPoint ...">
            <a:extLst>
              <a:ext uri="{FF2B5EF4-FFF2-40B4-BE49-F238E27FC236}">
                <a16:creationId xmlns:a16="http://schemas.microsoft.com/office/drawing/2014/main" id="{7D8D663A-8291-6845-AA4D-6AEF8DED6F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136"/>
          <a:stretch>
            <a:fillRect/>
          </a:stretch>
        </p:blipFill>
        <p:spPr>
          <a:xfrm>
            <a:off x="1791303" y="2288763"/>
            <a:ext cx="9544113" cy="407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0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4EFAC-2689-27E0-801B-AED2877F7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A1584BDB-A47B-E788-0767-1B6E714848A8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FD5382-0DDB-9E6C-1158-883A10932F3D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2ABD9A-724A-5609-A030-03BDD21696A4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C3797E9-4C68-7BA7-8A64-A87ABBBB3FA8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SOUND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678D4C-094A-5313-A444-E096185929F6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Bit depth – how precisely you record each measurement – the horizontal bars of the graph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C540A16-CF45-7B86-CFF2-09504FE11DAF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PPT - Lecture 1: Introduction to Java Programming PowerPoint ...">
            <a:extLst>
              <a:ext uri="{FF2B5EF4-FFF2-40B4-BE49-F238E27FC236}">
                <a16:creationId xmlns:a16="http://schemas.microsoft.com/office/drawing/2014/main" id="{F0909615-75E3-4A80-3A56-49021F0E55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136"/>
          <a:stretch>
            <a:fillRect/>
          </a:stretch>
        </p:blipFill>
        <p:spPr>
          <a:xfrm>
            <a:off x="1791303" y="2288763"/>
            <a:ext cx="9544113" cy="407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16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0A326-B686-AEE0-4C88-9AAFB0C2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D44C66FD-895B-F50A-0DFD-85BB177276DD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B76208-9409-E136-493F-B628261EDA54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498EA4-7455-AD3F-B88B-C1F1638A1B51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7C374A7-14CC-870D-4A71-2D9250193392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SOUND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CC1F3B-6EA4-6A7D-523E-D4232D7FE42C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CD Quality: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44,100 samples per second – sample rate (44.1 kilohertz, kHz)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16 bits per sample – how many levels of fidelity?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2 channels (left and right ear audio </a:t>
            </a:r>
            <a:r>
              <a:rPr lang="en-US" sz="2000" dirty="0" err="1"/>
              <a:t>sepeartely</a:t>
            </a:r>
            <a:r>
              <a:rPr lang="en-US" sz="2000" dirty="0"/>
              <a:t>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Calculate how many bits per second this audio takes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Answer question 5c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3D29D45-3930-B700-5AC2-3A015100DA15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Compact Disc large resolution 2000x2000 PNG picture - Transparent ...">
            <a:extLst>
              <a:ext uri="{FF2B5EF4-FFF2-40B4-BE49-F238E27FC236}">
                <a16:creationId xmlns:a16="http://schemas.microsoft.com/office/drawing/2014/main" id="{6D2E3E6E-D839-85A4-DB3C-1D4CCE3F4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911" y="2603595"/>
            <a:ext cx="3927702" cy="392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21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B542F-F3A0-98FE-D8B0-6F1FADDC0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6346A043-687F-9965-FF02-B8015D84745E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DDF1D6-5D2A-C4D6-06D7-3F82A51E9B20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EB9F55-9DB4-A5B4-0153-AEBBDCF79D61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2DEC748-6909-5A01-61E8-15AC09BF1778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SOUND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82B375-8382-B282-2C4C-A050B6A97E5E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We use 44.1 kHz because it’s about twice the highest frequency the human ear can hear, ~20 kHz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355C5B3-F2AA-CB84-C6D4-1DA6D277448E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Compact Disc large resolution 2000x2000 PNG picture - Transparent ...">
            <a:extLst>
              <a:ext uri="{FF2B5EF4-FFF2-40B4-BE49-F238E27FC236}">
                <a16:creationId xmlns:a16="http://schemas.microsoft.com/office/drawing/2014/main" id="{D07FD18D-770D-EBB4-EC91-E669C5DEC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911" y="2603595"/>
            <a:ext cx="3927702" cy="392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2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937D5-8FBF-E373-BF0A-DDB1FBFE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E233218-ABF8-899E-6BCE-A540B9971AB8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C197BC-2F9B-25D2-584E-40114968096E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F51266-3753-071B-FAF8-84C7A4433890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C32E3F2-E239-7B45-F813-6B429B42EAD8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SOUND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F3E6D8-4C2B-E887-E53B-18FD21C980A6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Which sounds better?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189A91-61E0-B541-0689-9E6D6F352D22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Unit 1-3 - 44.1kHz Audio">
            <a:hlinkClick r:id="" action="ppaction://media"/>
            <a:extLst>
              <a:ext uri="{FF2B5EF4-FFF2-40B4-BE49-F238E27FC236}">
                <a16:creationId xmlns:a16="http://schemas.microsoft.com/office/drawing/2014/main" id="{CE4F74AB-E850-53ED-FDAE-3448AE6DE1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261652" y="2507343"/>
            <a:ext cx="406400" cy="406400"/>
          </a:xfrm>
          <a:prstGeom prst="rect">
            <a:avLst/>
          </a:prstGeom>
        </p:spPr>
      </p:pic>
      <p:pic>
        <p:nvPicPr>
          <p:cNvPr id="6" name="Unit 1-3 - 8kHz Audio">
            <a:hlinkClick r:id="" action="ppaction://media"/>
            <a:extLst>
              <a:ext uri="{FF2B5EF4-FFF2-40B4-BE49-F238E27FC236}">
                <a16:creationId xmlns:a16="http://schemas.microsoft.com/office/drawing/2014/main" id="{DD83FF33-8581-CEA7-C77D-7B170D62EB5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26996" y="2507343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12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912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937D5-8FBF-E373-BF0A-DDB1FBFE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E233218-ABF8-899E-6BCE-A540B9971AB8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C197BC-2F9B-25D2-584E-40114968096E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F51266-3753-071B-FAF8-84C7A4433890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C32E3F2-E239-7B45-F813-6B429B42EAD8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SOUND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F3E6D8-4C2B-E887-E53B-18FD21C980A6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44.1 kHz, 16 bits per sample                          vs.                   8 kHz, 8 bits per sample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189A91-61E0-B541-0689-9E6D6F352D22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Unit 1-3 - 44.1kHz Audio">
            <a:hlinkClick r:id="" action="ppaction://media"/>
            <a:extLst>
              <a:ext uri="{FF2B5EF4-FFF2-40B4-BE49-F238E27FC236}">
                <a16:creationId xmlns:a16="http://schemas.microsoft.com/office/drawing/2014/main" id="{CE4F74AB-E850-53ED-FDAE-3448AE6DE1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261652" y="2507343"/>
            <a:ext cx="406400" cy="406400"/>
          </a:xfrm>
          <a:prstGeom prst="rect">
            <a:avLst/>
          </a:prstGeom>
        </p:spPr>
      </p:pic>
      <p:pic>
        <p:nvPicPr>
          <p:cNvPr id="6" name="Unit 1-3 - 8kHz Audio">
            <a:hlinkClick r:id="" action="ppaction://media"/>
            <a:extLst>
              <a:ext uri="{FF2B5EF4-FFF2-40B4-BE49-F238E27FC236}">
                <a16:creationId xmlns:a16="http://schemas.microsoft.com/office/drawing/2014/main" id="{DD83FF33-8581-CEA7-C77D-7B170D62EB5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426996" y="2507343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53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12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912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937D5-8FBF-E373-BF0A-DDB1FBFE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E233218-ABF8-899E-6BCE-A540B9971AB8}"/>
              </a:ext>
            </a:extLst>
          </p:cNvPr>
          <p:cNvSpPr/>
          <p:nvPr/>
        </p:nvSpPr>
        <p:spPr>
          <a:xfrm>
            <a:off x="5770171" y="-249942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C197BC-2F9B-25D2-584E-40114968096E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F51266-3753-071B-FAF8-84C7A4433890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C32E3F2-E239-7B45-F813-6B429B42EAD8}"/>
              </a:ext>
            </a:extLst>
          </p:cNvPr>
          <p:cNvSpPr/>
          <p:nvPr/>
        </p:nvSpPr>
        <p:spPr>
          <a:xfrm>
            <a:off x="112344" y="93525"/>
            <a:ext cx="6451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SOUND AS NUMBERS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F3E6D8-4C2B-E887-E53B-18FD21C980A6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In unit 3, you’ll be given the option to create music for the NES </a:t>
            </a:r>
            <a:r>
              <a:rPr lang="en-US" sz="2000" dirty="0" err="1"/>
              <a:t>soundchip</a:t>
            </a:r>
            <a:endParaRPr lang="en-US" sz="2000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music on that system is handled entirely differently, which programmed audio coming out of 5 different voices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There is no compression, but in exchange for that the music is constrained to technical limitations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189A91-61E0-B541-0689-9E6D6F352D22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2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33263-2396-E0AA-9672-E10D5866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841112B6-CE74-16E4-6EF4-F02F5CECBC7A}"/>
              </a:ext>
            </a:extLst>
          </p:cNvPr>
          <p:cNvSpPr/>
          <p:nvPr/>
        </p:nvSpPr>
        <p:spPr>
          <a:xfrm>
            <a:off x="376248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BD8DE99-1277-2789-A928-8E48E2C665C1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A813C60-D9D2-FC4F-52E6-CD7AF8FE9530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F418F98-8D50-5F8C-AE58-4A44053DC51E}"/>
              </a:ext>
            </a:extLst>
          </p:cNvPr>
          <p:cNvSpPr/>
          <p:nvPr/>
        </p:nvSpPr>
        <p:spPr>
          <a:xfrm>
            <a:off x="112344" y="93525"/>
            <a:ext cx="444332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COMPRESSION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BC3A9-2EE4-FD45-CE91-CF5C286CC22C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Run-length encoding: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WWWWWBBW -&gt; 5W 2B 1W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Saves space compared to original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WBWBWBWB -&gt; 1W 1B 1W 1B 1W 1B 1W 1b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Is longer than the original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This compression technique can saves space on data that is repetitive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Do question 6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7F8D14-C081-8805-15F2-A6F8E182B3D2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41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B999CB-8EAB-8579-4DB0-84917A65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253085F5-38A4-A245-65A1-EDEF6F69E3C5}"/>
              </a:ext>
            </a:extLst>
          </p:cNvPr>
          <p:cNvSpPr/>
          <p:nvPr/>
        </p:nvSpPr>
        <p:spPr>
          <a:xfrm>
            <a:off x="376248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E1216A-C3CC-B6DD-6929-F8A106178CD1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7AA726-1F46-ACCD-34B4-69354CF812D0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3EF7C0F-5353-8EA6-152B-0461216F0EA0}"/>
              </a:ext>
            </a:extLst>
          </p:cNvPr>
          <p:cNvSpPr/>
          <p:nvPr/>
        </p:nvSpPr>
        <p:spPr>
          <a:xfrm>
            <a:off x="112344" y="93525"/>
            <a:ext cx="444332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COMPRESSION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FFB034-56FA-0E89-A27B-B25A1945F003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Run length encoding is known as lossless compression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11357B-E157-58E1-D2A1-21A81BC00BD1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16F837-50B5-8EA6-B9BC-2ABA08444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031148"/>
              </p:ext>
            </p:extLst>
          </p:nvPr>
        </p:nvGraphicFramePr>
        <p:xfrm>
          <a:off x="2004278" y="3679183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9148097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45790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Lossless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Lossy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275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Every original bit comes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 data is lost forever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498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RLE, ZIP, PNG, FLAC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JPEG, MP3, MP4 (most video also)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69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Smaller than 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MUCH smaller than original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631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71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A0121-35BA-8117-E691-ACC037AE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25DAB6A4-9C59-AD6A-A418-2EF386DFC2C5}"/>
              </a:ext>
            </a:extLst>
          </p:cNvPr>
          <p:cNvSpPr/>
          <p:nvPr/>
        </p:nvSpPr>
        <p:spPr>
          <a:xfrm>
            <a:off x="376248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FC5898-2826-9784-7D45-5C6BB912F505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3F7FD30-B669-C0B7-8C36-96CFFB307C1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581B7E1-E19E-095C-59FF-8038AD36C135}"/>
              </a:ext>
            </a:extLst>
          </p:cNvPr>
          <p:cNvSpPr/>
          <p:nvPr/>
        </p:nvSpPr>
        <p:spPr>
          <a:xfrm>
            <a:off x="112344" y="93525"/>
            <a:ext cx="444332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COMPRESSION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317293-EAE9-B791-1A47-F8CBB510DD42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Let’s look at JPEG compression at different quality levels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JPEG100, JPEG30, JPEG5, and JPEG1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79E5C04-2CF6-73D2-F202-87C08086BCEF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ED5DA86-1785-41AB-787B-B51324F9B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123" y="2609366"/>
            <a:ext cx="2751658" cy="4141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1E82FD-4B30-984E-AEAF-B574A0132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73572"/>
            <a:ext cx="2799227" cy="42128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760ADC-43D2-8318-6274-9C41984338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252" y="2573572"/>
            <a:ext cx="2751658" cy="41412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147B17-AEBD-1D66-C5B1-E5CDB91E42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63" y="2573572"/>
            <a:ext cx="2690688" cy="404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F1ED-ADED-6178-075E-CEC5F1A3D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BCD7D5D5-5FAE-AEE4-AEF3-30CC33BB1E20}"/>
              </a:ext>
            </a:extLst>
          </p:cNvPr>
          <p:cNvSpPr/>
          <p:nvPr/>
        </p:nvSpPr>
        <p:spPr>
          <a:xfrm>
            <a:off x="376248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8496E3-EADC-371B-AB82-0766D9183134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0D1AEFB-1153-1587-541D-8CA0C0558331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EF8D2A5-1E50-EC44-B769-3C455C2206CD}"/>
              </a:ext>
            </a:extLst>
          </p:cNvPr>
          <p:cNvSpPr/>
          <p:nvPr/>
        </p:nvSpPr>
        <p:spPr>
          <a:xfrm>
            <a:off x="112344" y="93525"/>
            <a:ext cx="444332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COMPRESSION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B1170E-D70D-CFB0-AC52-3B665B6E9E1F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question isn’t “what’s better?” (that’s obvious)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question is “What am I willing to lose, and what do I get for it?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6F87FF-533F-0D90-B72A-42EABAD1013A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71A2EA0-470B-C8FB-D207-7B4E73950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790" y="2609367"/>
            <a:ext cx="2751658" cy="4141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E60F59-318A-C565-22A0-93BE5F255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73572"/>
            <a:ext cx="2799227" cy="42128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C86AD1-10B3-93F8-96FC-AA5FDF22D0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252" y="2573572"/>
            <a:ext cx="2751658" cy="41412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26E97D-51EA-179D-EF94-EB72FA2A89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63" y="2573572"/>
            <a:ext cx="2690688" cy="40494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B5AC85-3161-3CD7-6FC8-A215FCC39635}"/>
              </a:ext>
            </a:extLst>
          </p:cNvPr>
          <p:cNvSpPr txBox="1"/>
          <p:nvPr/>
        </p:nvSpPr>
        <p:spPr>
          <a:xfrm>
            <a:off x="1720627" y="2567230"/>
            <a:ext cx="1345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130 kilobytes (thousand)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942A3-01E6-A96C-A859-816E4DB825A6}"/>
              </a:ext>
            </a:extLst>
          </p:cNvPr>
          <p:cNvSpPr txBox="1"/>
          <p:nvPr/>
        </p:nvSpPr>
        <p:spPr>
          <a:xfrm>
            <a:off x="4789401" y="2567230"/>
            <a:ext cx="1345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21 kilobytes (thousand)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FD4C42-E05B-C8C0-4A4C-C9080FC18E44}"/>
              </a:ext>
            </a:extLst>
          </p:cNvPr>
          <p:cNvSpPr txBox="1"/>
          <p:nvPr/>
        </p:nvSpPr>
        <p:spPr>
          <a:xfrm>
            <a:off x="7606738" y="2567230"/>
            <a:ext cx="1345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 kilobytes (thousand)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D3D417-9F34-DB98-9153-A7C8628CCD79}"/>
              </a:ext>
            </a:extLst>
          </p:cNvPr>
          <p:cNvSpPr txBox="1"/>
          <p:nvPr/>
        </p:nvSpPr>
        <p:spPr>
          <a:xfrm>
            <a:off x="10424075" y="2567230"/>
            <a:ext cx="1345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 kilobytes (thousand)</a:t>
            </a:r>
          </a:p>
        </p:txBody>
      </p:sp>
    </p:spTree>
    <p:extLst>
      <p:ext uri="{BB962C8B-B14F-4D97-AF65-F5344CB8AC3E}">
        <p14:creationId xmlns:p14="http://schemas.microsoft.com/office/powerpoint/2010/main" val="158067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0F6B9-B12B-55C5-94E0-3EB51EE40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B831013D-1816-B943-F767-62BF4818E775}"/>
              </a:ext>
            </a:extLst>
          </p:cNvPr>
          <p:cNvSpPr/>
          <p:nvPr/>
        </p:nvSpPr>
        <p:spPr>
          <a:xfrm>
            <a:off x="455567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048D69-2E5A-FA4B-2C0F-63949F33AD89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776E91A-2D32-5AB0-73F6-DFCC38B20034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79333E7-FA9C-4218-B497-C2BA4295C623}"/>
              </a:ext>
            </a:extLst>
          </p:cNvPr>
          <p:cNvSpPr/>
          <p:nvPr/>
        </p:nvSpPr>
        <p:spPr>
          <a:xfrm>
            <a:off x="112344" y="93525"/>
            <a:ext cx="5236515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MECHANIC BANK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C627BB-4C50-3031-3082-95A49DC07A13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Update your mechanic bank with two (or more!) possible game mechanics based on what we’ve talked about today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Possible example: You may compress your hand – any run of matching cards becomes one token, but a compressed run can’t be split later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422768-997A-0633-1E64-EBE3CECBAC2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25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CFF67-7CE9-EC61-2EB4-7BB2B2DDD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8C93B4BF-6364-D526-BDB0-630C53FE0B30}"/>
              </a:ext>
            </a:extLst>
          </p:cNvPr>
          <p:cNvSpPr/>
          <p:nvPr/>
        </p:nvSpPr>
        <p:spPr>
          <a:xfrm>
            <a:off x="224528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1547AE-E69F-01FF-1234-8898BCD700A3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03734F-F15E-C5B0-E40C-B096FE408F1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1FEFB1D-83BA-3D37-0E95-26DD990087F1}"/>
              </a:ext>
            </a:extLst>
          </p:cNvPr>
          <p:cNvSpPr/>
          <p:nvPr/>
        </p:nvSpPr>
        <p:spPr>
          <a:xfrm>
            <a:off x="112345" y="93525"/>
            <a:ext cx="2926132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CLOSING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2E314E-8AE7-2233-2F12-1E420BC70EC0}"/>
              </a:ext>
            </a:extLst>
          </p:cNvPr>
          <p:cNvSpPr/>
          <p:nvPr/>
        </p:nvSpPr>
        <p:spPr>
          <a:xfrm>
            <a:off x="526944" y="1695457"/>
            <a:ext cx="11082669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So far, we’ve stored numbers. Next time, we learn to make decisions with them – and it turns out that three operations are enough to build </a:t>
            </a:r>
            <a:r>
              <a:rPr lang="en-US" sz="2000"/>
              <a:t>almost anything.</a:t>
            </a:r>
            <a:endParaRPr lang="en-US" sz="20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C3B570-E13C-85C0-0A5C-46316E0530A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41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4648</TotalTime>
  <Words>1139</Words>
  <Application>Microsoft Office PowerPoint</Application>
  <PresentationFormat>Widescreen</PresentationFormat>
  <Paragraphs>219</Paragraphs>
  <Slides>38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Bahnschrift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5</cp:revision>
  <dcterms:created xsi:type="dcterms:W3CDTF">2026-08-13T18:52:07Z</dcterms:created>
  <dcterms:modified xsi:type="dcterms:W3CDTF">2026-08-27T17:53:14Z</dcterms:modified>
</cp:coreProperties>
</file>